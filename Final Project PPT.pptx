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DBDCB6-EAD0-42C1-A2D5-4CD0B982235D}" v="46" dt="2022-05-06T20:30:29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rren Huang" userId="a4ae882e31449858" providerId="LiveId" clId="{F5DBDCB6-EAD0-42C1-A2D5-4CD0B982235D}"/>
    <pc:docChg chg="undo custSel addSld delSld modSld">
      <pc:chgData name="Warren Huang" userId="a4ae882e31449858" providerId="LiveId" clId="{F5DBDCB6-EAD0-42C1-A2D5-4CD0B982235D}" dt="2022-05-13T19:07:08.837" v="4393" actId="313"/>
      <pc:docMkLst>
        <pc:docMk/>
      </pc:docMkLst>
      <pc:sldChg chg="modSp new mod">
        <pc:chgData name="Warren Huang" userId="a4ae882e31449858" providerId="LiveId" clId="{F5DBDCB6-EAD0-42C1-A2D5-4CD0B982235D}" dt="2022-05-06T17:51:57.938" v="114" actId="20577"/>
        <pc:sldMkLst>
          <pc:docMk/>
          <pc:sldMk cId="1618529304" sldId="256"/>
        </pc:sldMkLst>
        <pc:spChg chg="mod">
          <ac:chgData name="Warren Huang" userId="a4ae882e31449858" providerId="LiveId" clId="{F5DBDCB6-EAD0-42C1-A2D5-4CD0B982235D}" dt="2022-05-06T17:50:21.274" v="54" actId="20577"/>
          <ac:spMkLst>
            <pc:docMk/>
            <pc:sldMk cId="1618529304" sldId="256"/>
            <ac:spMk id="2" creationId="{05E2E8EF-921C-2424-9B7C-30049846CB82}"/>
          </ac:spMkLst>
        </pc:spChg>
        <pc:spChg chg="mod">
          <ac:chgData name="Warren Huang" userId="a4ae882e31449858" providerId="LiveId" clId="{F5DBDCB6-EAD0-42C1-A2D5-4CD0B982235D}" dt="2022-05-06T17:51:57.938" v="114" actId="20577"/>
          <ac:spMkLst>
            <pc:docMk/>
            <pc:sldMk cId="1618529304" sldId="256"/>
            <ac:spMk id="3" creationId="{45BBAF4F-77A9-51A6-AC42-E9148081559D}"/>
          </ac:spMkLst>
        </pc:spChg>
      </pc:sldChg>
      <pc:sldChg chg="addSp modSp new mod setBg">
        <pc:chgData name="Warren Huang" userId="a4ae882e31449858" providerId="LiveId" clId="{F5DBDCB6-EAD0-42C1-A2D5-4CD0B982235D}" dt="2022-05-06T18:23:49.199" v="138" actId="20577"/>
        <pc:sldMkLst>
          <pc:docMk/>
          <pc:sldMk cId="3996832714" sldId="257"/>
        </pc:sldMkLst>
        <pc:spChg chg="mod">
          <ac:chgData name="Warren Huang" userId="a4ae882e31449858" providerId="LiveId" clId="{F5DBDCB6-EAD0-42C1-A2D5-4CD0B982235D}" dt="2022-05-06T18:23:49.199" v="138" actId="20577"/>
          <ac:spMkLst>
            <pc:docMk/>
            <pc:sldMk cId="3996832714" sldId="257"/>
            <ac:spMk id="2" creationId="{8490DD2A-644D-5B77-42B7-561A52EE3A0B}"/>
          </ac:spMkLst>
        </pc:spChg>
        <pc:spChg chg="add">
          <ac:chgData name="Warren Huang" userId="a4ae882e31449858" providerId="LiveId" clId="{F5DBDCB6-EAD0-42C1-A2D5-4CD0B982235D}" dt="2022-05-06T18:23:15.298" v="128" actId="26606"/>
          <ac:spMkLst>
            <pc:docMk/>
            <pc:sldMk cId="3996832714" sldId="257"/>
            <ac:spMk id="9" creationId="{D4771268-CB57-404A-9271-370EB28F6090}"/>
          </ac:spMkLst>
        </pc:spChg>
        <pc:picChg chg="add mod">
          <ac:chgData name="Warren Huang" userId="a4ae882e31449858" providerId="LiveId" clId="{F5DBDCB6-EAD0-42C1-A2D5-4CD0B982235D}" dt="2022-05-06T18:23:29.575" v="132" actId="1076"/>
          <ac:picMkLst>
            <pc:docMk/>
            <pc:sldMk cId="3996832714" sldId="257"/>
            <ac:picMk id="4" creationId="{7B775C95-143D-6B71-92B2-EDE519608B70}"/>
          </ac:picMkLst>
        </pc:picChg>
      </pc:sldChg>
      <pc:sldChg chg="addSp delSp modSp new mod setBg">
        <pc:chgData name="Warren Huang" userId="a4ae882e31449858" providerId="LiveId" clId="{F5DBDCB6-EAD0-42C1-A2D5-4CD0B982235D}" dt="2022-05-06T18:39:30.469" v="150" actId="478"/>
        <pc:sldMkLst>
          <pc:docMk/>
          <pc:sldMk cId="4159054922" sldId="258"/>
        </pc:sldMkLst>
        <pc:spChg chg="mod">
          <ac:chgData name="Warren Huang" userId="a4ae882e31449858" providerId="LiveId" clId="{F5DBDCB6-EAD0-42C1-A2D5-4CD0B982235D}" dt="2022-05-06T18:39:26.429" v="149" actId="26606"/>
          <ac:spMkLst>
            <pc:docMk/>
            <pc:sldMk cId="4159054922" sldId="258"/>
            <ac:spMk id="2" creationId="{61779037-1E57-5BDB-5819-2ADE99B931D4}"/>
          </ac:spMkLst>
        </pc:spChg>
        <pc:spChg chg="del mod">
          <ac:chgData name="Warren Huang" userId="a4ae882e31449858" providerId="LiveId" clId="{F5DBDCB6-EAD0-42C1-A2D5-4CD0B982235D}" dt="2022-05-06T18:39:30.469" v="150" actId="478"/>
          <ac:spMkLst>
            <pc:docMk/>
            <pc:sldMk cId="4159054922" sldId="258"/>
            <ac:spMk id="3" creationId="{BF5D8906-E580-09B1-3CE3-699048D51D3B}"/>
          </ac:spMkLst>
        </pc:spChg>
        <pc:spChg chg="add">
          <ac:chgData name="Warren Huang" userId="a4ae882e31449858" providerId="LiveId" clId="{F5DBDCB6-EAD0-42C1-A2D5-4CD0B982235D}" dt="2022-05-06T18:39:26.429" v="149" actId="26606"/>
          <ac:spMkLst>
            <pc:docMk/>
            <pc:sldMk cId="4159054922" sldId="258"/>
            <ac:spMk id="12" creationId="{823AC064-BC96-4F32-8AE1-B2FD38754823}"/>
          </ac:spMkLst>
        </pc:spChg>
        <pc:picChg chg="add mod ord">
          <ac:chgData name="Warren Huang" userId="a4ae882e31449858" providerId="LiveId" clId="{F5DBDCB6-EAD0-42C1-A2D5-4CD0B982235D}" dt="2022-05-06T18:39:26.429" v="149" actId="26606"/>
          <ac:picMkLst>
            <pc:docMk/>
            <pc:sldMk cId="4159054922" sldId="258"/>
            <ac:picMk id="5" creationId="{D682B9D6-2C17-530B-30D7-41C733E9939C}"/>
          </ac:picMkLst>
        </pc:picChg>
        <pc:picChg chg="add mod">
          <ac:chgData name="Warren Huang" userId="a4ae882e31449858" providerId="LiveId" clId="{F5DBDCB6-EAD0-42C1-A2D5-4CD0B982235D}" dt="2022-05-06T18:39:26.429" v="149" actId="26606"/>
          <ac:picMkLst>
            <pc:docMk/>
            <pc:sldMk cId="4159054922" sldId="258"/>
            <ac:picMk id="7" creationId="{65EE28CE-9BC9-C937-0CF8-0F2EC5643A71}"/>
          </ac:picMkLst>
        </pc:picChg>
        <pc:cxnChg chg="add">
          <ac:chgData name="Warren Huang" userId="a4ae882e31449858" providerId="LiveId" clId="{F5DBDCB6-EAD0-42C1-A2D5-4CD0B982235D}" dt="2022-05-06T18:39:26.429" v="149" actId="26606"/>
          <ac:cxnSpMkLst>
            <pc:docMk/>
            <pc:sldMk cId="4159054922" sldId="258"/>
            <ac:cxnSpMk id="14" creationId="{7E7C77BC-7138-40B1-A15B-20F57A494629}"/>
          </ac:cxnSpMkLst>
        </pc:cxnChg>
        <pc:cxnChg chg="add">
          <ac:chgData name="Warren Huang" userId="a4ae882e31449858" providerId="LiveId" clId="{F5DBDCB6-EAD0-42C1-A2D5-4CD0B982235D}" dt="2022-05-06T18:39:26.429" v="149" actId="26606"/>
          <ac:cxnSpMkLst>
            <pc:docMk/>
            <pc:sldMk cId="4159054922" sldId="258"/>
            <ac:cxnSpMk id="16" creationId="{DB146403-F3D6-484B-B2ED-97F9565D0370}"/>
          </ac:cxnSpMkLst>
        </pc:cxnChg>
      </pc:sldChg>
      <pc:sldChg chg="addSp modSp new mod setBg modClrScheme setClrOvrMap chgLayout">
        <pc:chgData name="Warren Huang" userId="a4ae882e31449858" providerId="LiveId" clId="{F5DBDCB6-EAD0-42C1-A2D5-4CD0B982235D}" dt="2022-05-06T18:50:00.745" v="797" actId="20577"/>
        <pc:sldMkLst>
          <pc:docMk/>
          <pc:sldMk cId="3188245470" sldId="259"/>
        </pc:sldMkLst>
        <pc:spChg chg="mod ord">
          <ac:chgData name="Warren Huang" userId="a4ae882e31449858" providerId="LiveId" clId="{F5DBDCB6-EAD0-42C1-A2D5-4CD0B982235D}" dt="2022-05-06T18:42:49.491" v="246" actId="26606"/>
          <ac:spMkLst>
            <pc:docMk/>
            <pc:sldMk cId="3188245470" sldId="259"/>
            <ac:spMk id="2" creationId="{779291E3-5985-3017-815E-9825E2AEF61A}"/>
          </ac:spMkLst>
        </pc:spChg>
        <pc:spChg chg="mod ord">
          <ac:chgData name="Warren Huang" userId="a4ae882e31449858" providerId="LiveId" clId="{F5DBDCB6-EAD0-42C1-A2D5-4CD0B982235D}" dt="2022-05-06T18:49:26.264" v="763" actId="27636"/>
          <ac:spMkLst>
            <pc:docMk/>
            <pc:sldMk cId="3188245470" sldId="259"/>
            <ac:spMk id="3" creationId="{682CB00D-4136-D08C-D9F3-DBA7D6F5AB0A}"/>
          </ac:spMkLst>
        </pc:spChg>
        <pc:spChg chg="add mod ord">
          <ac:chgData name="Warren Huang" userId="a4ae882e31449858" providerId="LiveId" clId="{F5DBDCB6-EAD0-42C1-A2D5-4CD0B982235D}" dt="2022-05-06T18:50:00.745" v="797" actId="20577"/>
          <ac:spMkLst>
            <pc:docMk/>
            <pc:sldMk cId="3188245470" sldId="259"/>
            <ac:spMk id="4" creationId="{2CD5311D-3D56-9719-6ECD-019E8237B773}"/>
          </ac:spMkLst>
        </pc:spChg>
        <pc:spChg chg="add">
          <ac:chgData name="Warren Huang" userId="a4ae882e31449858" providerId="LiveId" clId="{F5DBDCB6-EAD0-42C1-A2D5-4CD0B982235D}" dt="2022-05-06T18:42:49.491" v="246" actId="26606"/>
          <ac:spMkLst>
            <pc:docMk/>
            <pc:sldMk cId="3188245470" sldId="259"/>
            <ac:spMk id="9" creationId="{FEF085B8-A2C0-4A6F-B663-CCC56F3CD373}"/>
          </ac:spMkLst>
        </pc:spChg>
        <pc:spChg chg="add">
          <ac:chgData name="Warren Huang" userId="a4ae882e31449858" providerId="LiveId" clId="{F5DBDCB6-EAD0-42C1-A2D5-4CD0B982235D}" dt="2022-05-06T18:42:49.491" v="246" actId="26606"/>
          <ac:spMkLst>
            <pc:docMk/>
            <pc:sldMk cId="3188245470" sldId="259"/>
            <ac:spMk id="11" creationId="{2658F6D6-96E0-421A-96D6-3DF404008543}"/>
          </ac:spMkLst>
        </pc:spChg>
        <pc:spChg chg="add">
          <ac:chgData name="Warren Huang" userId="a4ae882e31449858" providerId="LiveId" clId="{F5DBDCB6-EAD0-42C1-A2D5-4CD0B982235D}" dt="2022-05-06T18:42:49.491" v="246" actId="26606"/>
          <ac:spMkLst>
            <pc:docMk/>
            <pc:sldMk cId="3188245470" sldId="259"/>
            <ac:spMk id="13" creationId="{3CF62545-93A0-4FD5-9B48-48DCA794CBA1}"/>
          </ac:spMkLst>
        </pc:spChg>
      </pc:sldChg>
      <pc:sldChg chg="addSp delSp modSp new mod setBg setClrOvrMap">
        <pc:chgData name="Warren Huang" userId="a4ae882e31449858" providerId="LiveId" clId="{F5DBDCB6-EAD0-42C1-A2D5-4CD0B982235D}" dt="2022-05-06T18:57:58.945" v="1093" actId="1076"/>
        <pc:sldMkLst>
          <pc:docMk/>
          <pc:sldMk cId="1587836313" sldId="260"/>
        </pc:sldMkLst>
        <pc:spChg chg="mod">
          <ac:chgData name="Warren Huang" userId="a4ae882e31449858" providerId="LiveId" clId="{F5DBDCB6-EAD0-42C1-A2D5-4CD0B982235D}" dt="2022-05-06T18:53:48.137" v="834" actId="26606"/>
          <ac:spMkLst>
            <pc:docMk/>
            <pc:sldMk cId="1587836313" sldId="260"/>
            <ac:spMk id="2" creationId="{2DFAEAD2-75C7-2E75-21B7-387B51C857AD}"/>
          </ac:spMkLst>
        </pc:spChg>
        <pc:spChg chg="add del mod">
          <ac:chgData name="Warren Huang" userId="a4ae882e31449858" providerId="LiveId" clId="{F5DBDCB6-EAD0-42C1-A2D5-4CD0B982235D}" dt="2022-05-06T18:53:34.773" v="833" actId="478"/>
          <ac:spMkLst>
            <pc:docMk/>
            <pc:sldMk cId="1587836313" sldId="260"/>
            <ac:spMk id="7" creationId="{BACC1AB6-4942-255D-0992-4E1F956E0F1C}"/>
          </ac:spMkLst>
        </pc:spChg>
        <pc:spChg chg="add mod">
          <ac:chgData name="Warren Huang" userId="a4ae882e31449858" providerId="LiveId" clId="{F5DBDCB6-EAD0-42C1-A2D5-4CD0B982235D}" dt="2022-05-06T18:56:58.116" v="995" actId="6549"/>
          <ac:spMkLst>
            <pc:docMk/>
            <pc:sldMk cId="1587836313" sldId="260"/>
            <ac:spMk id="8" creationId="{87B3013F-3D3F-1B5D-9ECD-130F996B9D24}"/>
          </ac:spMkLst>
        </pc:spChg>
        <pc:spChg chg="add mod">
          <ac:chgData name="Warren Huang" userId="a4ae882e31449858" providerId="LiveId" clId="{F5DBDCB6-EAD0-42C1-A2D5-4CD0B982235D}" dt="2022-05-06T18:57:58.945" v="1093" actId="1076"/>
          <ac:spMkLst>
            <pc:docMk/>
            <pc:sldMk cId="1587836313" sldId="260"/>
            <ac:spMk id="9" creationId="{AB2F2452-1342-A90A-142E-E6C7F20DD4A0}"/>
          </ac:spMkLst>
        </pc:spChg>
        <pc:spChg chg="add del">
          <ac:chgData name="Warren Huang" userId="a4ae882e31449858" providerId="LiveId" clId="{F5DBDCB6-EAD0-42C1-A2D5-4CD0B982235D}" dt="2022-05-06T18:52:51.374" v="817" actId="26606"/>
          <ac:spMkLst>
            <pc:docMk/>
            <pc:sldMk cId="1587836313" sldId="260"/>
            <ac:spMk id="11" creationId="{A87EA4E9-DFD6-45D4-965D-8A79984EF440}"/>
          </ac:spMkLst>
        </pc:spChg>
        <pc:spChg chg="add del">
          <ac:chgData name="Warren Huang" userId="a4ae882e31449858" providerId="LiveId" clId="{F5DBDCB6-EAD0-42C1-A2D5-4CD0B982235D}" dt="2022-05-06T18:53:48.137" v="834" actId="26606"/>
          <ac:spMkLst>
            <pc:docMk/>
            <pc:sldMk cId="1587836313" sldId="260"/>
            <ac:spMk id="14" creationId="{823AC064-BC96-4F32-8AE1-B2FD38754823}"/>
          </ac:spMkLst>
        </pc:spChg>
        <pc:spChg chg="add">
          <ac:chgData name="Warren Huang" userId="a4ae882e31449858" providerId="LiveId" clId="{F5DBDCB6-EAD0-42C1-A2D5-4CD0B982235D}" dt="2022-05-06T18:53:48.137" v="834" actId="26606"/>
          <ac:spMkLst>
            <pc:docMk/>
            <pc:sldMk cId="1587836313" sldId="260"/>
            <ac:spMk id="20" creationId="{0DE6A193-4755-479A-BC6F-A7EBCA73BE1A}"/>
          </ac:spMkLst>
        </pc:spChg>
        <pc:spChg chg="add">
          <ac:chgData name="Warren Huang" userId="a4ae882e31449858" providerId="LiveId" clId="{F5DBDCB6-EAD0-42C1-A2D5-4CD0B982235D}" dt="2022-05-06T18:53:48.137" v="834" actId="26606"/>
          <ac:spMkLst>
            <pc:docMk/>
            <pc:sldMk cId="1587836313" sldId="260"/>
            <ac:spMk id="22" creationId="{5A55B759-31A7-423C-9BC2-A8BC09FE98B9}"/>
          </ac:spMkLst>
        </pc:spChg>
        <pc:spChg chg="add">
          <ac:chgData name="Warren Huang" userId="a4ae882e31449858" providerId="LiveId" clId="{F5DBDCB6-EAD0-42C1-A2D5-4CD0B982235D}" dt="2022-05-06T18:53:48.137" v="834" actId="26606"/>
          <ac:spMkLst>
            <pc:docMk/>
            <pc:sldMk cId="1587836313" sldId="260"/>
            <ac:spMk id="24" creationId="{F78796AF-79A0-47AC-BEFD-BFFC00F968C4}"/>
          </ac:spMkLst>
        </pc:spChg>
        <pc:picChg chg="add mod ord">
          <ac:chgData name="Warren Huang" userId="a4ae882e31449858" providerId="LiveId" clId="{F5DBDCB6-EAD0-42C1-A2D5-4CD0B982235D}" dt="2022-05-06T18:53:54.685" v="836" actId="1076"/>
          <ac:picMkLst>
            <pc:docMk/>
            <pc:sldMk cId="1587836313" sldId="260"/>
            <ac:picMk id="4" creationId="{E3A3ECC0-0C9B-3D79-44E1-B57AE0EC2D3E}"/>
          </ac:picMkLst>
        </pc:picChg>
        <pc:picChg chg="add mod">
          <ac:chgData name="Warren Huang" userId="a4ae882e31449858" providerId="LiveId" clId="{F5DBDCB6-EAD0-42C1-A2D5-4CD0B982235D}" dt="2022-05-06T18:53:56.519" v="837" actId="1076"/>
          <ac:picMkLst>
            <pc:docMk/>
            <pc:sldMk cId="1587836313" sldId="260"/>
            <ac:picMk id="6" creationId="{896ED5D4-619B-531E-D41A-56C68E233855}"/>
          </ac:picMkLst>
        </pc:picChg>
        <pc:cxnChg chg="add del">
          <ac:chgData name="Warren Huang" userId="a4ae882e31449858" providerId="LiveId" clId="{F5DBDCB6-EAD0-42C1-A2D5-4CD0B982235D}" dt="2022-05-06T18:53:48.137" v="834" actId="26606"/>
          <ac:cxnSpMkLst>
            <pc:docMk/>
            <pc:sldMk cId="1587836313" sldId="260"/>
            <ac:cxnSpMk id="13" creationId="{7E7C77BC-7138-40B1-A15B-20F57A494629}"/>
          </ac:cxnSpMkLst>
        </pc:cxnChg>
        <pc:cxnChg chg="add del">
          <ac:chgData name="Warren Huang" userId="a4ae882e31449858" providerId="LiveId" clId="{F5DBDCB6-EAD0-42C1-A2D5-4CD0B982235D}" dt="2022-05-06T18:53:48.137" v="834" actId="26606"/>
          <ac:cxnSpMkLst>
            <pc:docMk/>
            <pc:sldMk cId="1587836313" sldId="260"/>
            <ac:cxnSpMk id="15" creationId="{DB146403-F3D6-484B-B2ED-97F9565D0370}"/>
          </ac:cxnSpMkLst>
        </pc:cxnChg>
      </pc:sldChg>
      <pc:sldChg chg="addSp delSp modSp new mod setBg">
        <pc:chgData name="Warren Huang" userId="a4ae882e31449858" providerId="LiveId" clId="{F5DBDCB6-EAD0-42C1-A2D5-4CD0B982235D}" dt="2022-05-06T19:32:54.591" v="1899" actId="20577"/>
        <pc:sldMkLst>
          <pc:docMk/>
          <pc:sldMk cId="1474567543" sldId="261"/>
        </pc:sldMkLst>
        <pc:spChg chg="mod">
          <ac:chgData name="Warren Huang" userId="a4ae882e31449858" providerId="LiveId" clId="{F5DBDCB6-EAD0-42C1-A2D5-4CD0B982235D}" dt="2022-05-06T19:32:54.591" v="1899" actId="20577"/>
          <ac:spMkLst>
            <pc:docMk/>
            <pc:sldMk cId="1474567543" sldId="261"/>
            <ac:spMk id="2" creationId="{D63534A5-C337-8CF2-DFE6-E2CF2902EB8F}"/>
          </ac:spMkLst>
        </pc:spChg>
        <pc:spChg chg="add mod">
          <ac:chgData name="Warren Huang" userId="a4ae882e31449858" providerId="LiveId" clId="{F5DBDCB6-EAD0-42C1-A2D5-4CD0B982235D}" dt="2022-05-06T19:17:56.971" v="1159" actId="208"/>
          <ac:spMkLst>
            <pc:docMk/>
            <pc:sldMk cId="1474567543" sldId="261"/>
            <ac:spMk id="5" creationId="{6AA2A1B6-934F-B16B-A7B9-9BB88EA73875}"/>
          </ac:spMkLst>
        </pc:spChg>
        <pc:spChg chg="add del">
          <ac:chgData name="Warren Huang" userId="a4ae882e31449858" providerId="LiveId" clId="{F5DBDCB6-EAD0-42C1-A2D5-4CD0B982235D}" dt="2022-05-06T19:18:07.506" v="1161" actId="478"/>
          <ac:spMkLst>
            <pc:docMk/>
            <pc:sldMk cId="1474567543" sldId="261"/>
            <ac:spMk id="6" creationId="{C6779421-2084-1B92-FD95-C465D33B0B67}"/>
          </ac:spMkLst>
        </pc:spChg>
        <pc:spChg chg="add mod">
          <ac:chgData name="Warren Huang" userId="a4ae882e31449858" providerId="LiveId" clId="{F5DBDCB6-EAD0-42C1-A2D5-4CD0B982235D}" dt="2022-05-06T19:18:25.080" v="1170" actId="14100"/>
          <ac:spMkLst>
            <pc:docMk/>
            <pc:sldMk cId="1474567543" sldId="261"/>
            <ac:spMk id="8" creationId="{2027CA37-6C20-5D7B-0FA7-CF40D0F7800C}"/>
          </ac:spMkLst>
        </pc:spChg>
        <pc:spChg chg="add">
          <ac:chgData name="Warren Huang" userId="a4ae882e31449858" providerId="LiveId" clId="{F5DBDCB6-EAD0-42C1-A2D5-4CD0B982235D}" dt="2022-05-06T19:02:38.170" v="1155" actId="26606"/>
          <ac:spMkLst>
            <pc:docMk/>
            <pc:sldMk cId="1474567543" sldId="261"/>
            <ac:spMk id="9" creationId="{A4AC5506-6312-4701-8D3C-40187889A947}"/>
          </ac:spMkLst>
        </pc:spChg>
        <pc:spChg chg="add mod">
          <ac:chgData name="Warren Huang" userId="a4ae882e31449858" providerId="LiveId" clId="{F5DBDCB6-EAD0-42C1-A2D5-4CD0B982235D}" dt="2022-05-06T19:24:03.230" v="1533" actId="207"/>
          <ac:spMkLst>
            <pc:docMk/>
            <pc:sldMk cId="1474567543" sldId="261"/>
            <ac:spMk id="13" creationId="{8C904C51-DA57-38F0-013F-D01338559AB3}"/>
          </ac:spMkLst>
        </pc:spChg>
        <pc:spChg chg="add del">
          <ac:chgData name="Warren Huang" userId="a4ae882e31449858" providerId="LiveId" clId="{F5DBDCB6-EAD0-42C1-A2D5-4CD0B982235D}" dt="2022-05-06T19:21:22.213" v="1353" actId="11529"/>
          <ac:spMkLst>
            <pc:docMk/>
            <pc:sldMk cId="1474567543" sldId="261"/>
            <ac:spMk id="16" creationId="{C7C41F54-D8BB-3DA0-504E-F2604451CD70}"/>
          </ac:spMkLst>
        </pc:spChg>
        <pc:spChg chg="add mod">
          <ac:chgData name="Warren Huang" userId="a4ae882e31449858" providerId="LiveId" clId="{F5DBDCB6-EAD0-42C1-A2D5-4CD0B982235D}" dt="2022-05-06T19:21:41.078" v="1381" actId="208"/>
          <ac:spMkLst>
            <pc:docMk/>
            <pc:sldMk cId="1474567543" sldId="261"/>
            <ac:spMk id="17" creationId="{65D800B3-9DC8-CA53-63D1-665553EE6059}"/>
          </ac:spMkLst>
        </pc:spChg>
        <pc:spChg chg="add mod">
          <ac:chgData name="Warren Huang" userId="a4ae882e31449858" providerId="LiveId" clId="{F5DBDCB6-EAD0-42C1-A2D5-4CD0B982235D}" dt="2022-05-06T19:24:07.234" v="1534" actId="207"/>
          <ac:spMkLst>
            <pc:docMk/>
            <pc:sldMk cId="1474567543" sldId="261"/>
            <ac:spMk id="20" creationId="{E5E0540F-DD83-22F0-6CF1-F3F18B342087}"/>
          </ac:spMkLst>
        </pc:spChg>
        <pc:spChg chg="add del mod">
          <ac:chgData name="Warren Huang" userId="a4ae882e31449858" providerId="LiveId" clId="{F5DBDCB6-EAD0-42C1-A2D5-4CD0B982235D}" dt="2022-05-06T19:24:20.361" v="1538"/>
          <ac:spMkLst>
            <pc:docMk/>
            <pc:sldMk cId="1474567543" sldId="261"/>
            <ac:spMk id="21" creationId="{07D2425A-AD5E-BD6D-D87A-32BA0D61D56E}"/>
          </ac:spMkLst>
        </pc:spChg>
        <pc:spChg chg="add del mod">
          <ac:chgData name="Warren Huang" userId="a4ae882e31449858" providerId="LiveId" clId="{F5DBDCB6-EAD0-42C1-A2D5-4CD0B982235D}" dt="2022-05-06T19:24:24.072" v="1540"/>
          <ac:spMkLst>
            <pc:docMk/>
            <pc:sldMk cId="1474567543" sldId="261"/>
            <ac:spMk id="22" creationId="{FB23BCB1-1D8A-5AC8-055B-714AE844E7B0}"/>
          </ac:spMkLst>
        </pc:spChg>
        <pc:spChg chg="add mod">
          <ac:chgData name="Warren Huang" userId="a4ae882e31449858" providerId="LiveId" clId="{F5DBDCB6-EAD0-42C1-A2D5-4CD0B982235D}" dt="2022-05-06T19:25:55.342" v="1584" actId="1076"/>
          <ac:spMkLst>
            <pc:docMk/>
            <pc:sldMk cId="1474567543" sldId="261"/>
            <ac:spMk id="23" creationId="{6C83E3E0-9F76-F564-35D0-887178827639}"/>
          </ac:spMkLst>
        </pc:spChg>
        <pc:spChg chg="add mod">
          <ac:chgData name="Warren Huang" userId="a4ae882e31449858" providerId="LiveId" clId="{F5DBDCB6-EAD0-42C1-A2D5-4CD0B982235D}" dt="2022-05-06T19:32:38.365" v="1875" actId="6549"/>
          <ac:spMkLst>
            <pc:docMk/>
            <pc:sldMk cId="1474567543" sldId="261"/>
            <ac:spMk id="24" creationId="{474B86CF-CD07-A9F9-B308-8452DA598DD6}"/>
          </ac:spMkLst>
        </pc:spChg>
        <pc:picChg chg="add mod">
          <ac:chgData name="Warren Huang" userId="a4ae882e31449858" providerId="LiveId" clId="{F5DBDCB6-EAD0-42C1-A2D5-4CD0B982235D}" dt="2022-05-06T19:25:51.569" v="1583" actId="1076"/>
          <ac:picMkLst>
            <pc:docMk/>
            <pc:sldMk cId="1474567543" sldId="261"/>
            <ac:picMk id="4" creationId="{B4DA36F3-0E7E-58C5-ECA9-3B2B47212507}"/>
          </ac:picMkLst>
        </pc:picChg>
        <pc:cxnChg chg="add mod">
          <ac:chgData name="Warren Huang" userId="a4ae882e31449858" providerId="LiveId" clId="{F5DBDCB6-EAD0-42C1-A2D5-4CD0B982235D}" dt="2022-05-06T19:19:33.201" v="1266" actId="14100"/>
          <ac:cxnSpMkLst>
            <pc:docMk/>
            <pc:sldMk cId="1474567543" sldId="261"/>
            <ac:cxnSpMk id="10" creationId="{D636149F-E01A-2933-54BC-98F47FE2F665}"/>
          </ac:cxnSpMkLst>
        </pc:cxnChg>
        <pc:cxnChg chg="add mod">
          <ac:chgData name="Warren Huang" userId="a4ae882e31449858" providerId="LiveId" clId="{F5DBDCB6-EAD0-42C1-A2D5-4CD0B982235D}" dt="2022-05-06T19:19:38.187" v="1267" actId="14100"/>
          <ac:cxnSpMkLst>
            <pc:docMk/>
            <pc:sldMk cId="1474567543" sldId="261"/>
            <ac:cxnSpMk id="11" creationId="{C28E796F-AF18-92FE-C076-02E3E5EE5A3C}"/>
          </ac:cxnSpMkLst>
        </pc:cxnChg>
        <pc:cxnChg chg="add mod">
          <ac:chgData name="Warren Huang" userId="a4ae882e31449858" providerId="LiveId" clId="{F5DBDCB6-EAD0-42C1-A2D5-4CD0B982235D}" dt="2022-05-06T19:21:53.941" v="1385" actId="208"/>
          <ac:cxnSpMkLst>
            <pc:docMk/>
            <pc:sldMk cId="1474567543" sldId="261"/>
            <ac:cxnSpMk id="18" creationId="{A7E8423A-1147-8B8F-8EF7-175B958D105E}"/>
          </ac:cxnSpMkLst>
        </pc:cxnChg>
      </pc:sldChg>
      <pc:sldChg chg="addSp delSp modSp new mod setBg">
        <pc:chgData name="Warren Huang" userId="a4ae882e31449858" providerId="LiveId" clId="{F5DBDCB6-EAD0-42C1-A2D5-4CD0B982235D}" dt="2022-05-06T19:01:05.618" v="1154" actId="20577"/>
        <pc:sldMkLst>
          <pc:docMk/>
          <pc:sldMk cId="3041787501" sldId="262"/>
        </pc:sldMkLst>
        <pc:spChg chg="mod">
          <ac:chgData name="Warren Huang" userId="a4ae882e31449858" providerId="LiveId" clId="{F5DBDCB6-EAD0-42C1-A2D5-4CD0B982235D}" dt="2022-05-06T19:01:05.618" v="1154" actId="20577"/>
          <ac:spMkLst>
            <pc:docMk/>
            <pc:sldMk cId="3041787501" sldId="262"/>
            <ac:spMk id="2" creationId="{7C301BCE-5DB0-02B5-EE07-6D1777689E2C}"/>
          </ac:spMkLst>
        </pc:spChg>
        <pc:spChg chg="del">
          <ac:chgData name="Warren Huang" userId="a4ae882e31449858" providerId="LiveId" clId="{F5DBDCB6-EAD0-42C1-A2D5-4CD0B982235D}" dt="2022-05-06T19:00:14.728" v="1106" actId="22"/>
          <ac:spMkLst>
            <pc:docMk/>
            <pc:sldMk cId="3041787501" sldId="262"/>
            <ac:spMk id="3" creationId="{34569A9A-6EAA-7B28-A31D-8903161CE97B}"/>
          </ac:spMkLst>
        </pc:spChg>
        <pc:spChg chg="add">
          <ac:chgData name="Warren Huang" userId="a4ae882e31449858" providerId="LiveId" clId="{F5DBDCB6-EAD0-42C1-A2D5-4CD0B982235D}" dt="2022-05-06T19:00:55.667" v="1150" actId="26606"/>
          <ac:spMkLst>
            <pc:docMk/>
            <pc:sldMk cId="3041787501" sldId="262"/>
            <ac:spMk id="10" creationId="{D4771268-CB57-404A-9271-370EB28F6090}"/>
          </ac:spMkLst>
        </pc:spChg>
        <pc:picChg chg="add mod ord">
          <ac:chgData name="Warren Huang" userId="a4ae882e31449858" providerId="LiveId" clId="{F5DBDCB6-EAD0-42C1-A2D5-4CD0B982235D}" dt="2022-05-06T19:00:55.667" v="1150" actId="26606"/>
          <ac:picMkLst>
            <pc:docMk/>
            <pc:sldMk cId="3041787501" sldId="262"/>
            <ac:picMk id="5" creationId="{340CD91C-E663-20B2-F52E-9FBDB6A116E5}"/>
          </ac:picMkLst>
        </pc:picChg>
      </pc:sldChg>
      <pc:sldChg chg="addSp modSp new mod setBg">
        <pc:chgData name="Warren Huang" userId="a4ae882e31449858" providerId="LiveId" clId="{F5DBDCB6-EAD0-42C1-A2D5-4CD0B982235D}" dt="2022-05-13T18:55:24.544" v="4392"/>
        <pc:sldMkLst>
          <pc:docMk/>
          <pc:sldMk cId="913561924" sldId="263"/>
        </pc:sldMkLst>
        <pc:spChg chg="mod">
          <ac:chgData name="Warren Huang" userId="a4ae882e31449858" providerId="LiveId" clId="{F5DBDCB6-EAD0-42C1-A2D5-4CD0B982235D}" dt="2022-05-06T19:40:56.622" v="2079" actId="26606"/>
          <ac:spMkLst>
            <pc:docMk/>
            <pc:sldMk cId="913561924" sldId="263"/>
            <ac:spMk id="2" creationId="{016F7513-A17B-1316-5A35-F4F5C69B8222}"/>
          </ac:spMkLst>
        </pc:spChg>
        <pc:spChg chg="add mod">
          <ac:chgData name="Warren Huang" userId="a4ae882e31449858" providerId="LiveId" clId="{F5DBDCB6-EAD0-42C1-A2D5-4CD0B982235D}" dt="2022-05-06T19:40:56.622" v="2079" actId="26606"/>
          <ac:spMkLst>
            <pc:docMk/>
            <pc:sldMk cId="913561924" sldId="263"/>
            <ac:spMk id="3" creationId="{D339F808-779D-B791-7BF8-61C33CE2E617}"/>
          </ac:spMkLst>
        </pc:spChg>
        <pc:spChg chg="add mod">
          <ac:chgData name="Warren Huang" userId="a4ae882e31449858" providerId="LiveId" clId="{F5DBDCB6-EAD0-42C1-A2D5-4CD0B982235D}" dt="2022-05-06T19:42:49.184" v="2183" actId="20577"/>
          <ac:spMkLst>
            <pc:docMk/>
            <pc:sldMk cId="913561924" sldId="263"/>
            <ac:spMk id="8" creationId="{CC2AAF35-3D82-8FF3-F2F2-E36ED3CA66C2}"/>
          </ac:spMkLst>
        </pc:spChg>
        <pc:spChg chg="add mod">
          <ac:chgData name="Warren Huang" userId="a4ae882e31449858" providerId="LiveId" clId="{F5DBDCB6-EAD0-42C1-A2D5-4CD0B982235D}" dt="2022-05-13T18:55:16.734" v="4391" actId="1076"/>
          <ac:spMkLst>
            <pc:docMk/>
            <pc:sldMk cId="913561924" sldId="263"/>
            <ac:spMk id="9" creationId="{4AFB90E0-A139-E473-EE3D-81106D3D9E07}"/>
          </ac:spMkLst>
        </pc:spChg>
        <pc:spChg chg="add">
          <ac:chgData name="Warren Huang" userId="a4ae882e31449858" providerId="LiveId" clId="{F5DBDCB6-EAD0-42C1-A2D5-4CD0B982235D}" dt="2022-05-06T19:40:56.622" v="2079" actId="26606"/>
          <ac:spMkLst>
            <pc:docMk/>
            <pc:sldMk cId="913561924" sldId="263"/>
            <ac:spMk id="10" creationId="{C232B152-3720-4D3B-97ED-45CE5483F16F}"/>
          </ac:spMkLst>
        </pc:spChg>
        <pc:spChg chg="add">
          <ac:chgData name="Warren Huang" userId="a4ae882e31449858" providerId="LiveId" clId="{F5DBDCB6-EAD0-42C1-A2D5-4CD0B982235D}" dt="2022-05-06T19:40:56.622" v="2079" actId="26606"/>
          <ac:spMkLst>
            <pc:docMk/>
            <pc:sldMk cId="913561924" sldId="263"/>
            <ac:spMk id="12" creationId="{11BAB570-FF10-4E96-8A3F-FA9804702B89}"/>
          </ac:spMkLst>
        </pc:spChg>
        <pc:spChg chg="add mod">
          <ac:chgData name="Warren Huang" userId="a4ae882e31449858" providerId="LiveId" clId="{F5DBDCB6-EAD0-42C1-A2D5-4CD0B982235D}" dt="2022-05-13T18:55:24.544" v="4392"/>
          <ac:spMkLst>
            <pc:docMk/>
            <pc:sldMk cId="913561924" sldId="263"/>
            <ac:spMk id="13" creationId="{1BC999A2-F691-954A-29F2-382600A2F7A5}"/>
          </ac:spMkLst>
        </pc:spChg>
        <pc:spChg chg="add">
          <ac:chgData name="Warren Huang" userId="a4ae882e31449858" providerId="LiveId" clId="{F5DBDCB6-EAD0-42C1-A2D5-4CD0B982235D}" dt="2022-05-06T19:40:56.622" v="2079" actId="26606"/>
          <ac:spMkLst>
            <pc:docMk/>
            <pc:sldMk cId="913561924" sldId="263"/>
            <ac:spMk id="14" creationId="{4B9FAFB2-BEB5-4848-8018-BCAD99E2E1AA}"/>
          </ac:spMkLst>
        </pc:spChg>
        <pc:picChg chg="add mod">
          <ac:chgData name="Warren Huang" userId="a4ae882e31449858" providerId="LiveId" clId="{F5DBDCB6-EAD0-42C1-A2D5-4CD0B982235D}" dt="2022-05-06T19:40:59.802" v="2080" actId="1076"/>
          <ac:picMkLst>
            <pc:docMk/>
            <pc:sldMk cId="913561924" sldId="263"/>
            <ac:picMk id="5" creationId="{A20D81B1-6E33-BD21-C4DC-A312AA945656}"/>
          </ac:picMkLst>
        </pc:picChg>
        <pc:picChg chg="add mod">
          <ac:chgData name="Warren Huang" userId="a4ae882e31449858" providerId="LiveId" clId="{F5DBDCB6-EAD0-42C1-A2D5-4CD0B982235D}" dt="2022-05-06T19:41:26.471" v="2083" actId="14100"/>
          <ac:picMkLst>
            <pc:docMk/>
            <pc:sldMk cId="913561924" sldId="263"/>
            <ac:picMk id="7" creationId="{B8631274-B126-29AF-990D-F650736D0223}"/>
          </ac:picMkLst>
        </pc:picChg>
      </pc:sldChg>
      <pc:sldChg chg="addSp modSp new mod setBg setClrOvrMap">
        <pc:chgData name="Warren Huang" userId="a4ae882e31449858" providerId="LiveId" clId="{F5DBDCB6-EAD0-42C1-A2D5-4CD0B982235D}" dt="2022-05-06T19:46:21.804" v="2294" actId="1076"/>
        <pc:sldMkLst>
          <pc:docMk/>
          <pc:sldMk cId="4192552133" sldId="264"/>
        </pc:sldMkLst>
        <pc:spChg chg="mod ord">
          <ac:chgData name="Warren Huang" userId="a4ae882e31449858" providerId="LiveId" clId="{F5DBDCB6-EAD0-42C1-A2D5-4CD0B982235D}" dt="2022-05-06T19:45:25.519" v="2217" actId="20577"/>
          <ac:spMkLst>
            <pc:docMk/>
            <pc:sldMk cId="4192552133" sldId="264"/>
            <ac:spMk id="2" creationId="{3AA5F043-28A8-B1DF-F26D-A1F974585497}"/>
          </ac:spMkLst>
        </pc:spChg>
        <pc:spChg chg="add mod">
          <ac:chgData name="Warren Huang" userId="a4ae882e31449858" providerId="LiveId" clId="{F5DBDCB6-EAD0-42C1-A2D5-4CD0B982235D}" dt="2022-05-06T19:46:21.804" v="2294" actId="1076"/>
          <ac:spMkLst>
            <pc:docMk/>
            <pc:sldMk cId="4192552133" sldId="264"/>
            <ac:spMk id="5" creationId="{829C81F6-81D5-4D9C-319A-B89158D51F32}"/>
          </ac:spMkLst>
        </pc:spChg>
        <pc:spChg chg="add">
          <ac:chgData name="Warren Huang" userId="a4ae882e31449858" providerId="LiveId" clId="{F5DBDCB6-EAD0-42C1-A2D5-4CD0B982235D}" dt="2022-05-06T19:45:07.610" v="2215" actId="26606"/>
          <ac:spMkLst>
            <pc:docMk/>
            <pc:sldMk cId="4192552133" sldId="264"/>
            <ac:spMk id="9" creationId="{0DE6A193-4755-479A-BC6F-A7EBCA73BE1A}"/>
          </ac:spMkLst>
        </pc:spChg>
        <pc:spChg chg="add">
          <ac:chgData name="Warren Huang" userId="a4ae882e31449858" providerId="LiveId" clId="{F5DBDCB6-EAD0-42C1-A2D5-4CD0B982235D}" dt="2022-05-06T19:45:07.610" v="2215" actId="26606"/>
          <ac:spMkLst>
            <pc:docMk/>
            <pc:sldMk cId="4192552133" sldId="264"/>
            <ac:spMk id="11" creationId="{5A55B759-31A7-423C-9BC2-A8BC09FE98B9}"/>
          </ac:spMkLst>
        </pc:spChg>
        <pc:spChg chg="add">
          <ac:chgData name="Warren Huang" userId="a4ae882e31449858" providerId="LiveId" clId="{F5DBDCB6-EAD0-42C1-A2D5-4CD0B982235D}" dt="2022-05-06T19:45:07.610" v="2215" actId="26606"/>
          <ac:spMkLst>
            <pc:docMk/>
            <pc:sldMk cId="4192552133" sldId="264"/>
            <ac:spMk id="13" creationId="{F78796AF-79A0-47AC-BEFD-BFFC00F968C4}"/>
          </ac:spMkLst>
        </pc:spChg>
        <pc:picChg chg="add mod">
          <ac:chgData name="Warren Huang" userId="a4ae882e31449858" providerId="LiveId" clId="{F5DBDCB6-EAD0-42C1-A2D5-4CD0B982235D}" dt="2022-05-06T19:45:28.581" v="2218" actId="1076"/>
          <ac:picMkLst>
            <pc:docMk/>
            <pc:sldMk cId="4192552133" sldId="264"/>
            <ac:picMk id="4" creationId="{437F4A7D-2E40-7BBF-1049-F8364F3A6553}"/>
          </ac:picMkLst>
        </pc:picChg>
      </pc:sldChg>
      <pc:sldChg chg="addSp delSp modSp new mod setBg setClrOvrMap">
        <pc:chgData name="Warren Huang" userId="a4ae882e31449858" providerId="LiveId" clId="{F5DBDCB6-EAD0-42C1-A2D5-4CD0B982235D}" dt="2022-05-09T23:08:38.216" v="4389" actId="20577"/>
        <pc:sldMkLst>
          <pc:docMk/>
          <pc:sldMk cId="584205191" sldId="265"/>
        </pc:sldMkLst>
        <pc:spChg chg="mod ord">
          <ac:chgData name="Warren Huang" userId="a4ae882e31449858" providerId="LiveId" clId="{F5DBDCB6-EAD0-42C1-A2D5-4CD0B982235D}" dt="2022-05-06T19:50:45.883" v="2483" actId="33524"/>
          <ac:spMkLst>
            <pc:docMk/>
            <pc:sldMk cId="584205191" sldId="265"/>
            <ac:spMk id="2" creationId="{7A2B5BAF-E6B9-E3DC-8263-0F70049BB20C}"/>
          </ac:spMkLst>
        </pc:spChg>
        <pc:spChg chg="add mod">
          <ac:chgData name="Warren Huang" userId="a4ae882e31449858" providerId="LiveId" clId="{F5DBDCB6-EAD0-42C1-A2D5-4CD0B982235D}" dt="2022-05-06T19:53:44.322" v="2525" actId="1076"/>
          <ac:spMkLst>
            <pc:docMk/>
            <pc:sldMk cId="584205191" sldId="265"/>
            <ac:spMk id="5" creationId="{779916B4-22DB-D02A-2A73-E8372B23CD8F}"/>
          </ac:spMkLst>
        </pc:spChg>
        <pc:spChg chg="add mod">
          <ac:chgData name="Warren Huang" userId="a4ae882e31449858" providerId="LiveId" clId="{F5DBDCB6-EAD0-42C1-A2D5-4CD0B982235D}" dt="2022-05-06T19:54:13.774" v="2528" actId="208"/>
          <ac:spMkLst>
            <pc:docMk/>
            <pc:sldMk cId="584205191" sldId="265"/>
            <ac:spMk id="8" creationId="{FB99A999-6842-7295-4EA6-2C6E174A0840}"/>
          </ac:spMkLst>
        </pc:spChg>
        <pc:spChg chg="add del">
          <ac:chgData name="Warren Huang" userId="a4ae882e31449858" providerId="LiveId" clId="{F5DBDCB6-EAD0-42C1-A2D5-4CD0B982235D}" dt="2022-05-06T19:50:20.169" v="2436" actId="26606"/>
          <ac:spMkLst>
            <pc:docMk/>
            <pc:sldMk cId="584205191" sldId="265"/>
            <ac:spMk id="9" creationId="{0DE6A193-4755-479A-BC6F-A7EBCA73BE1A}"/>
          </ac:spMkLst>
        </pc:spChg>
        <pc:spChg chg="add del mod">
          <ac:chgData name="Warren Huang" userId="a4ae882e31449858" providerId="LiveId" clId="{F5DBDCB6-EAD0-42C1-A2D5-4CD0B982235D}" dt="2022-05-06T19:55:41.663" v="2678"/>
          <ac:spMkLst>
            <pc:docMk/>
            <pc:sldMk cId="584205191" sldId="265"/>
            <ac:spMk id="10" creationId="{88DA7F7F-50FF-8A0D-DD2E-F01355357E84}"/>
          </ac:spMkLst>
        </pc:spChg>
        <pc:spChg chg="add del">
          <ac:chgData name="Warren Huang" userId="a4ae882e31449858" providerId="LiveId" clId="{F5DBDCB6-EAD0-42C1-A2D5-4CD0B982235D}" dt="2022-05-06T19:50:20.169" v="2436" actId="26606"/>
          <ac:spMkLst>
            <pc:docMk/>
            <pc:sldMk cId="584205191" sldId="265"/>
            <ac:spMk id="11" creationId="{5A55B759-31A7-423C-9BC2-A8BC09FE98B9}"/>
          </ac:spMkLst>
        </pc:spChg>
        <pc:spChg chg="add mod">
          <ac:chgData name="Warren Huang" userId="a4ae882e31449858" providerId="LiveId" clId="{F5DBDCB6-EAD0-42C1-A2D5-4CD0B982235D}" dt="2022-05-09T23:08:38.216" v="4389" actId="20577"/>
          <ac:spMkLst>
            <pc:docMk/>
            <pc:sldMk cId="584205191" sldId="265"/>
            <ac:spMk id="12" creationId="{7675BCF3-A1FF-0734-99FC-6540BEE88396}"/>
          </ac:spMkLst>
        </pc:spChg>
        <pc:spChg chg="add del">
          <ac:chgData name="Warren Huang" userId="a4ae882e31449858" providerId="LiveId" clId="{F5DBDCB6-EAD0-42C1-A2D5-4CD0B982235D}" dt="2022-05-06T19:50:20.169" v="2436" actId="26606"/>
          <ac:spMkLst>
            <pc:docMk/>
            <pc:sldMk cId="584205191" sldId="265"/>
            <ac:spMk id="13" creationId="{F78796AF-79A0-47AC-BEFD-BFFC00F968C4}"/>
          </ac:spMkLst>
        </pc:spChg>
        <pc:spChg chg="add mod">
          <ac:chgData name="Warren Huang" userId="a4ae882e31449858" providerId="LiveId" clId="{F5DBDCB6-EAD0-42C1-A2D5-4CD0B982235D}" dt="2022-05-06T19:54:24.853" v="2535" actId="1076"/>
          <ac:spMkLst>
            <pc:docMk/>
            <pc:sldMk cId="584205191" sldId="265"/>
            <ac:spMk id="14" creationId="{64F98A4D-C5A4-5037-8D90-2DEC042F6667}"/>
          </ac:spMkLst>
        </pc:spChg>
        <pc:spChg chg="add">
          <ac:chgData name="Warren Huang" userId="a4ae882e31449858" providerId="LiveId" clId="{F5DBDCB6-EAD0-42C1-A2D5-4CD0B982235D}" dt="2022-05-06T19:50:20.172" v="2437" actId="26606"/>
          <ac:spMkLst>
            <pc:docMk/>
            <pc:sldMk cId="584205191" sldId="265"/>
            <ac:spMk id="15" creationId="{A4AC5506-6312-4701-8D3C-40187889A947}"/>
          </ac:spMkLst>
        </pc:spChg>
        <pc:spChg chg="add mod">
          <ac:chgData name="Warren Huang" userId="a4ae882e31449858" providerId="LiveId" clId="{F5DBDCB6-EAD0-42C1-A2D5-4CD0B982235D}" dt="2022-05-06T19:57:53.766" v="2787" actId="20577"/>
          <ac:spMkLst>
            <pc:docMk/>
            <pc:sldMk cId="584205191" sldId="265"/>
            <ac:spMk id="16" creationId="{6C4C8CD7-023D-5349-F2AA-AE514405ED47}"/>
          </ac:spMkLst>
        </pc:spChg>
        <pc:spChg chg="add del">
          <ac:chgData name="Warren Huang" userId="a4ae882e31449858" providerId="LiveId" clId="{F5DBDCB6-EAD0-42C1-A2D5-4CD0B982235D}" dt="2022-05-06T19:57:25.254" v="2777"/>
          <ac:spMkLst>
            <pc:docMk/>
            <pc:sldMk cId="584205191" sldId="265"/>
            <ac:spMk id="17" creationId="{460125B6-8899-C172-8063-AACBA33CDB96}"/>
          </ac:spMkLst>
        </pc:spChg>
        <pc:spChg chg="mod">
          <ac:chgData name="Warren Huang" userId="a4ae882e31449858" providerId="LiveId" clId="{F5DBDCB6-EAD0-42C1-A2D5-4CD0B982235D}" dt="2022-05-06T19:57:37.737" v="2780" actId="21"/>
          <ac:spMkLst>
            <pc:docMk/>
            <pc:sldMk cId="584205191" sldId="265"/>
            <ac:spMk id="18" creationId="{6730B473-F6A5-E384-23C8-E78D66CF3056}"/>
          </ac:spMkLst>
        </pc:spChg>
        <pc:spChg chg="add del mod">
          <ac:chgData name="Warren Huang" userId="a4ae882e31449858" providerId="LiveId" clId="{F5DBDCB6-EAD0-42C1-A2D5-4CD0B982235D}" dt="2022-05-06T19:57:33.635" v="2779"/>
          <ac:spMkLst>
            <pc:docMk/>
            <pc:sldMk cId="584205191" sldId="265"/>
            <ac:spMk id="19" creationId="{225EC9A4-EE92-9720-FEE5-362D5D0A84B3}"/>
          </ac:spMkLst>
        </pc:spChg>
        <pc:picChg chg="add del mod">
          <ac:chgData name="Warren Huang" userId="a4ae882e31449858" providerId="LiveId" clId="{F5DBDCB6-EAD0-42C1-A2D5-4CD0B982235D}" dt="2022-05-06T19:51:47.848" v="2517" actId="478"/>
          <ac:picMkLst>
            <pc:docMk/>
            <pc:sldMk cId="584205191" sldId="265"/>
            <ac:picMk id="4" creationId="{37CA299A-2CCA-79D8-AFD8-C538137A9635}"/>
          </ac:picMkLst>
        </pc:picChg>
        <pc:picChg chg="add mod ord">
          <ac:chgData name="Warren Huang" userId="a4ae882e31449858" providerId="LiveId" clId="{F5DBDCB6-EAD0-42C1-A2D5-4CD0B982235D}" dt="2022-05-06T19:54:19.594" v="2534" actId="1076"/>
          <ac:picMkLst>
            <pc:docMk/>
            <pc:sldMk cId="584205191" sldId="265"/>
            <ac:picMk id="7" creationId="{8CA5A8F9-1846-94B4-768C-CF6EEC5A390D}"/>
          </ac:picMkLst>
        </pc:picChg>
      </pc:sldChg>
      <pc:sldChg chg="addSp delSp modSp new mod setBg">
        <pc:chgData name="Warren Huang" userId="a4ae882e31449858" providerId="LiveId" clId="{F5DBDCB6-EAD0-42C1-A2D5-4CD0B982235D}" dt="2022-05-06T20:34:42.891" v="4208" actId="20577"/>
        <pc:sldMkLst>
          <pc:docMk/>
          <pc:sldMk cId="371259288" sldId="266"/>
        </pc:sldMkLst>
        <pc:spChg chg="mod">
          <ac:chgData name="Warren Huang" userId="a4ae882e31449858" providerId="LiveId" clId="{F5DBDCB6-EAD0-42C1-A2D5-4CD0B982235D}" dt="2022-05-06T20:04:55.951" v="3075" actId="26606"/>
          <ac:spMkLst>
            <pc:docMk/>
            <pc:sldMk cId="371259288" sldId="266"/>
            <ac:spMk id="2" creationId="{32608F09-2C8A-1EBC-F4DA-12B8450131BF}"/>
          </ac:spMkLst>
        </pc:spChg>
        <pc:spChg chg="add mod">
          <ac:chgData name="Warren Huang" userId="a4ae882e31449858" providerId="LiveId" clId="{F5DBDCB6-EAD0-42C1-A2D5-4CD0B982235D}" dt="2022-05-06T20:34:42.891" v="4208" actId="20577"/>
          <ac:spMkLst>
            <pc:docMk/>
            <pc:sldMk cId="371259288" sldId="266"/>
            <ac:spMk id="9" creationId="{2CB5F770-CEB6-2B23-EF9A-DB7FA2995F7C}"/>
          </ac:spMkLst>
        </pc:spChg>
        <pc:spChg chg="add del">
          <ac:chgData name="Warren Huang" userId="a4ae882e31449858" providerId="LiveId" clId="{F5DBDCB6-EAD0-42C1-A2D5-4CD0B982235D}" dt="2022-05-06T20:04:55.951" v="3075" actId="26606"/>
          <ac:spMkLst>
            <pc:docMk/>
            <pc:sldMk cId="371259288" sldId="266"/>
            <ac:spMk id="11" creationId="{A4AC5506-6312-4701-8D3C-40187889A947}"/>
          </ac:spMkLst>
        </pc:spChg>
        <pc:spChg chg="add del">
          <ac:chgData name="Warren Huang" userId="a4ae882e31449858" providerId="LiveId" clId="{F5DBDCB6-EAD0-42C1-A2D5-4CD0B982235D}" dt="2022-05-06T20:04:55.951" v="3075" actId="26606"/>
          <ac:spMkLst>
            <pc:docMk/>
            <pc:sldMk cId="371259288" sldId="266"/>
            <ac:spMk id="17" creationId="{8761DDFE-071F-4200-B0AA-394476C2D2D6}"/>
          </ac:spMkLst>
        </pc:spChg>
        <pc:picChg chg="add del">
          <ac:chgData name="Warren Huang" userId="a4ae882e31449858" providerId="LiveId" clId="{F5DBDCB6-EAD0-42C1-A2D5-4CD0B982235D}" dt="2022-05-06T19:59:19.171" v="2790" actId="478"/>
          <ac:picMkLst>
            <pc:docMk/>
            <pc:sldMk cId="371259288" sldId="266"/>
            <ac:picMk id="4" creationId="{CD0FD588-2AAE-23A8-4FEE-D7A991838C60}"/>
          </ac:picMkLst>
        </pc:picChg>
        <pc:picChg chg="add del mod">
          <ac:chgData name="Warren Huang" userId="a4ae882e31449858" providerId="LiveId" clId="{F5DBDCB6-EAD0-42C1-A2D5-4CD0B982235D}" dt="2022-05-06T20:00:29.078" v="2836" actId="478"/>
          <ac:picMkLst>
            <pc:docMk/>
            <pc:sldMk cId="371259288" sldId="266"/>
            <ac:picMk id="6" creationId="{C48F5D99-3A51-C69B-14E7-D5BEE19C7D08}"/>
          </ac:picMkLst>
        </pc:picChg>
        <pc:picChg chg="add mod ord">
          <ac:chgData name="Warren Huang" userId="a4ae882e31449858" providerId="LiveId" clId="{F5DBDCB6-EAD0-42C1-A2D5-4CD0B982235D}" dt="2022-05-06T20:05:07.964" v="3078" actId="14100"/>
          <ac:picMkLst>
            <pc:docMk/>
            <pc:sldMk cId="371259288" sldId="266"/>
            <ac:picMk id="8" creationId="{13544311-8F54-4CAF-46B9-8962DADE6299}"/>
          </ac:picMkLst>
        </pc:picChg>
        <pc:picChg chg="add mod">
          <ac:chgData name="Warren Huang" userId="a4ae882e31449858" providerId="LiveId" clId="{F5DBDCB6-EAD0-42C1-A2D5-4CD0B982235D}" dt="2022-05-06T20:05:10.591" v="3079" actId="1076"/>
          <ac:picMkLst>
            <pc:docMk/>
            <pc:sldMk cId="371259288" sldId="266"/>
            <ac:picMk id="12" creationId="{8E30682A-4309-0032-5343-F0C3B49BCE84}"/>
          </ac:picMkLst>
        </pc:picChg>
      </pc:sldChg>
      <pc:sldChg chg="addSp modSp new mod">
        <pc:chgData name="Warren Huang" userId="a4ae882e31449858" providerId="LiveId" clId="{F5DBDCB6-EAD0-42C1-A2D5-4CD0B982235D}" dt="2022-05-06T20:28:28.779" v="4057" actId="167"/>
        <pc:sldMkLst>
          <pc:docMk/>
          <pc:sldMk cId="3010296210" sldId="267"/>
        </pc:sldMkLst>
        <pc:spChg chg="mod">
          <ac:chgData name="Warren Huang" userId="a4ae882e31449858" providerId="LiveId" clId="{F5DBDCB6-EAD0-42C1-A2D5-4CD0B982235D}" dt="2022-05-06T20:06:41.366" v="3147" actId="20577"/>
          <ac:spMkLst>
            <pc:docMk/>
            <pc:sldMk cId="3010296210" sldId="267"/>
            <ac:spMk id="2" creationId="{722395A1-667F-4E56-4C65-7D1E1913BA89}"/>
          </ac:spMkLst>
        </pc:spChg>
        <pc:spChg chg="add mod">
          <ac:chgData name="Warren Huang" userId="a4ae882e31449858" providerId="LiveId" clId="{F5DBDCB6-EAD0-42C1-A2D5-4CD0B982235D}" dt="2022-05-06T20:09:18.731" v="3201" actId="1076"/>
          <ac:spMkLst>
            <pc:docMk/>
            <pc:sldMk cId="3010296210" sldId="267"/>
            <ac:spMk id="3" creationId="{829082D7-E32D-0201-3B7C-CE18E2D16D65}"/>
          </ac:spMkLst>
        </pc:spChg>
        <pc:spChg chg="add mod">
          <ac:chgData name="Warren Huang" userId="a4ae882e31449858" providerId="LiveId" clId="{F5DBDCB6-EAD0-42C1-A2D5-4CD0B982235D}" dt="2022-05-06T20:08:39.980" v="3195" actId="1076"/>
          <ac:spMkLst>
            <pc:docMk/>
            <pc:sldMk cId="3010296210" sldId="267"/>
            <ac:spMk id="4" creationId="{A2BDECFD-FD53-2875-E6F2-82CEB572A7F1}"/>
          </ac:spMkLst>
        </pc:spChg>
        <pc:spChg chg="add mod">
          <ac:chgData name="Warren Huang" userId="a4ae882e31449858" providerId="LiveId" clId="{F5DBDCB6-EAD0-42C1-A2D5-4CD0B982235D}" dt="2022-05-06T20:08:37.441" v="3194" actId="1076"/>
          <ac:spMkLst>
            <pc:docMk/>
            <pc:sldMk cId="3010296210" sldId="267"/>
            <ac:spMk id="5" creationId="{CA1C4964-2171-D0E8-D25A-594FEF56429A}"/>
          </ac:spMkLst>
        </pc:spChg>
        <pc:spChg chg="add mod">
          <ac:chgData name="Warren Huang" userId="a4ae882e31449858" providerId="LiveId" clId="{F5DBDCB6-EAD0-42C1-A2D5-4CD0B982235D}" dt="2022-05-06T20:15:44.425" v="3383" actId="14100"/>
          <ac:spMkLst>
            <pc:docMk/>
            <pc:sldMk cId="3010296210" sldId="267"/>
            <ac:spMk id="15" creationId="{F8B1F0B8-7B84-03A4-B4A5-0291436AABB4}"/>
          </ac:spMkLst>
        </pc:spChg>
        <pc:spChg chg="add mod">
          <ac:chgData name="Warren Huang" userId="a4ae882e31449858" providerId="LiveId" clId="{F5DBDCB6-EAD0-42C1-A2D5-4CD0B982235D}" dt="2022-05-06T20:17:31.983" v="3539" actId="1076"/>
          <ac:spMkLst>
            <pc:docMk/>
            <pc:sldMk cId="3010296210" sldId="267"/>
            <ac:spMk id="16" creationId="{8D95B500-90C1-3EC9-57D5-37C3E47EAF42}"/>
          </ac:spMkLst>
        </pc:spChg>
        <pc:spChg chg="add mod">
          <ac:chgData name="Warren Huang" userId="a4ae882e31449858" providerId="LiveId" clId="{F5DBDCB6-EAD0-42C1-A2D5-4CD0B982235D}" dt="2022-05-06T20:18:43.319" v="3649" actId="1076"/>
          <ac:spMkLst>
            <pc:docMk/>
            <pc:sldMk cId="3010296210" sldId="267"/>
            <ac:spMk id="17" creationId="{0E0F84AB-C8B0-5F21-A5E5-BE5F99BB712A}"/>
          </ac:spMkLst>
        </pc:spChg>
        <pc:picChg chg="add mod">
          <ac:chgData name="Warren Huang" userId="a4ae882e31449858" providerId="LiveId" clId="{F5DBDCB6-EAD0-42C1-A2D5-4CD0B982235D}" dt="2022-05-06T20:13:01.401" v="3218" actId="1076"/>
          <ac:picMkLst>
            <pc:docMk/>
            <pc:sldMk cId="3010296210" sldId="267"/>
            <ac:picMk id="10" creationId="{ACB92CD8-0E7B-AFF9-0413-E224324BB81B}"/>
          </ac:picMkLst>
        </pc:picChg>
        <pc:picChg chg="add mod">
          <ac:chgData name="Warren Huang" userId="a4ae882e31449858" providerId="LiveId" clId="{F5DBDCB6-EAD0-42C1-A2D5-4CD0B982235D}" dt="2022-05-06T20:12:26.907" v="3212" actId="1076"/>
          <ac:picMkLst>
            <pc:docMk/>
            <pc:sldMk cId="3010296210" sldId="267"/>
            <ac:picMk id="12" creationId="{C9EC1C60-BBD5-0049-3013-5305099FF027}"/>
          </ac:picMkLst>
        </pc:picChg>
        <pc:picChg chg="add mod">
          <ac:chgData name="Warren Huang" userId="a4ae882e31449858" providerId="LiveId" clId="{F5DBDCB6-EAD0-42C1-A2D5-4CD0B982235D}" dt="2022-05-06T20:12:55.468" v="3215" actId="14100"/>
          <ac:picMkLst>
            <pc:docMk/>
            <pc:sldMk cId="3010296210" sldId="267"/>
            <ac:picMk id="14" creationId="{C5ACA998-2402-532F-ECDA-5805CC56B2E8}"/>
          </ac:picMkLst>
        </pc:picChg>
        <pc:cxnChg chg="add">
          <ac:chgData name="Warren Huang" userId="a4ae882e31449858" providerId="LiveId" clId="{F5DBDCB6-EAD0-42C1-A2D5-4CD0B982235D}" dt="2022-05-06T20:08:55.133" v="3197" actId="11529"/>
          <ac:cxnSpMkLst>
            <pc:docMk/>
            <pc:sldMk cId="3010296210" sldId="267"/>
            <ac:cxnSpMk id="7" creationId="{A44D21FA-C6B5-46AC-4C5F-DD49339002A1}"/>
          </ac:cxnSpMkLst>
        </pc:cxnChg>
        <pc:cxnChg chg="add mod">
          <ac:chgData name="Warren Huang" userId="a4ae882e31449858" providerId="LiveId" clId="{F5DBDCB6-EAD0-42C1-A2D5-4CD0B982235D}" dt="2022-05-06T20:09:25.837" v="3202" actId="1076"/>
          <ac:cxnSpMkLst>
            <pc:docMk/>
            <pc:sldMk cId="3010296210" sldId="267"/>
            <ac:cxnSpMk id="8" creationId="{1802AEBB-5CD0-FF36-5B7E-B4F4E7520DAB}"/>
          </ac:cxnSpMkLst>
        </pc:cxnChg>
        <pc:cxnChg chg="add ord">
          <ac:chgData name="Warren Huang" userId="a4ae882e31449858" providerId="LiveId" clId="{F5DBDCB6-EAD0-42C1-A2D5-4CD0B982235D}" dt="2022-05-06T20:28:28.779" v="4057" actId="167"/>
          <ac:cxnSpMkLst>
            <pc:docMk/>
            <pc:sldMk cId="3010296210" sldId="267"/>
            <ac:cxnSpMk id="19" creationId="{B2A3D713-ED78-D2A7-D303-76060D9574C4}"/>
          </ac:cxnSpMkLst>
        </pc:cxnChg>
        <pc:cxnChg chg="add mod ord">
          <ac:chgData name="Warren Huang" userId="a4ae882e31449858" providerId="LiveId" clId="{F5DBDCB6-EAD0-42C1-A2D5-4CD0B982235D}" dt="2022-05-06T20:28:26.608" v="4056" actId="167"/>
          <ac:cxnSpMkLst>
            <pc:docMk/>
            <pc:sldMk cId="3010296210" sldId="267"/>
            <ac:cxnSpMk id="20" creationId="{000CB1C8-7341-8659-1CB0-9553AB4FB91F}"/>
          </ac:cxnSpMkLst>
        </pc:cxnChg>
        <pc:cxnChg chg="add mod">
          <ac:chgData name="Warren Huang" userId="a4ae882e31449858" providerId="LiveId" clId="{F5DBDCB6-EAD0-42C1-A2D5-4CD0B982235D}" dt="2022-05-06T20:28:22.091" v="4055" actId="1076"/>
          <ac:cxnSpMkLst>
            <pc:docMk/>
            <pc:sldMk cId="3010296210" sldId="267"/>
            <ac:cxnSpMk id="21" creationId="{7908E55F-3705-5D81-0B13-B3E45B2B8D98}"/>
          </ac:cxnSpMkLst>
        </pc:cxnChg>
      </pc:sldChg>
      <pc:sldChg chg="addSp delSp modSp new mod setBg">
        <pc:chgData name="Warren Huang" userId="a4ae882e31449858" providerId="LiveId" clId="{F5DBDCB6-EAD0-42C1-A2D5-4CD0B982235D}" dt="2022-05-13T19:07:08.837" v="4393" actId="313"/>
        <pc:sldMkLst>
          <pc:docMk/>
          <pc:sldMk cId="3553049152" sldId="268"/>
        </pc:sldMkLst>
        <pc:spChg chg="mod">
          <ac:chgData name="Warren Huang" userId="a4ae882e31449858" providerId="LiveId" clId="{F5DBDCB6-EAD0-42C1-A2D5-4CD0B982235D}" dt="2022-05-06T20:20:02.192" v="3680" actId="20577"/>
          <ac:spMkLst>
            <pc:docMk/>
            <pc:sldMk cId="3553049152" sldId="268"/>
            <ac:spMk id="2" creationId="{61039D4E-DE27-1DDC-C1B2-7FA644394582}"/>
          </ac:spMkLst>
        </pc:spChg>
        <pc:spChg chg="add mod">
          <ac:chgData name="Warren Huang" userId="a4ae882e31449858" providerId="LiveId" clId="{F5DBDCB6-EAD0-42C1-A2D5-4CD0B982235D}" dt="2022-05-13T19:07:08.837" v="4393" actId="313"/>
          <ac:spMkLst>
            <pc:docMk/>
            <pc:sldMk cId="3553049152" sldId="268"/>
            <ac:spMk id="5" creationId="{372A971D-52E2-E7A4-DD04-CA1FFDDCA1CA}"/>
          </ac:spMkLst>
        </pc:spChg>
        <pc:spChg chg="add mod">
          <ac:chgData name="Warren Huang" userId="a4ae882e31449858" providerId="LiveId" clId="{F5DBDCB6-EAD0-42C1-A2D5-4CD0B982235D}" dt="2022-05-06T20:26:03.783" v="3991" actId="20577"/>
          <ac:spMkLst>
            <pc:docMk/>
            <pc:sldMk cId="3553049152" sldId="268"/>
            <ac:spMk id="6" creationId="{82A76E74-DBF1-C220-6618-447EA4EEFC7D}"/>
          </ac:spMkLst>
        </pc:spChg>
        <pc:spChg chg="add del">
          <ac:chgData name="Warren Huang" userId="a4ae882e31449858" providerId="LiveId" clId="{F5DBDCB6-EAD0-42C1-A2D5-4CD0B982235D}" dt="2022-05-06T20:22:30.192" v="3831"/>
          <ac:spMkLst>
            <pc:docMk/>
            <pc:sldMk cId="3553049152" sldId="268"/>
            <ac:spMk id="7" creationId="{59D281F6-7732-FB66-A413-481717568B95}"/>
          </ac:spMkLst>
        </pc:spChg>
        <pc:spChg chg="add mod">
          <ac:chgData name="Warren Huang" userId="a4ae882e31449858" providerId="LiveId" clId="{F5DBDCB6-EAD0-42C1-A2D5-4CD0B982235D}" dt="2022-05-06T20:22:44.461" v="3834" actId="21"/>
          <ac:spMkLst>
            <pc:docMk/>
            <pc:sldMk cId="3553049152" sldId="268"/>
            <ac:spMk id="8" creationId="{9C70637B-B20D-E28A-E437-1DB86FF4FDF7}"/>
          </ac:spMkLst>
        </pc:spChg>
        <pc:spChg chg="add">
          <ac:chgData name="Warren Huang" userId="a4ae882e31449858" providerId="LiveId" clId="{F5DBDCB6-EAD0-42C1-A2D5-4CD0B982235D}" dt="2022-05-06T20:19:51.343" v="3654" actId="26606"/>
          <ac:spMkLst>
            <pc:docMk/>
            <pc:sldMk cId="3553049152" sldId="268"/>
            <ac:spMk id="9" creationId="{D4771268-CB57-404A-9271-370EB28F6090}"/>
          </ac:spMkLst>
        </pc:spChg>
        <pc:picChg chg="add mod">
          <ac:chgData name="Warren Huang" userId="a4ae882e31449858" providerId="LiveId" clId="{F5DBDCB6-EAD0-42C1-A2D5-4CD0B982235D}" dt="2022-05-06T20:21:22.143" v="3811" actId="14100"/>
          <ac:picMkLst>
            <pc:docMk/>
            <pc:sldMk cId="3553049152" sldId="268"/>
            <ac:picMk id="4" creationId="{CA8825D8-0711-C11A-87C0-C98EA1A2C498}"/>
          </ac:picMkLst>
        </pc:picChg>
      </pc:sldChg>
      <pc:sldChg chg="new del">
        <pc:chgData name="Warren Huang" userId="a4ae882e31449858" providerId="LiveId" clId="{F5DBDCB6-EAD0-42C1-A2D5-4CD0B982235D}" dt="2022-05-06T20:20:11.980" v="3683" actId="47"/>
        <pc:sldMkLst>
          <pc:docMk/>
          <pc:sldMk cId="3493900283" sldId="269"/>
        </pc:sldMkLst>
      </pc:sldChg>
      <pc:sldChg chg="addSp delSp modSp new mod modClrScheme chgLayout">
        <pc:chgData name="Warren Huang" userId="a4ae882e31449858" providerId="LiveId" clId="{F5DBDCB6-EAD0-42C1-A2D5-4CD0B982235D}" dt="2022-05-06T20:26:56.897" v="4050" actId="20577"/>
        <pc:sldMkLst>
          <pc:docMk/>
          <pc:sldMk cId="4099704017" sldId="269"/>
        </pc:sldMkLst>
        <pc:spChg chg="del mod ord">
          <ac:chgData name="Warren Huang" userId="a4ae882e31449858" providerId="LiveId" clId="{F5DBDCB6-EAD0-42C1-A2D5-4CD0B982235D}" dt="2022-05-06T20:26:52.379" v="4037" actId="700"/>
          <ac:spMkLst>
            <pc:docMk/>
            <pc:sldMk cId="4099704017" sldId="269"/>
            <ac:spMk id="2" creationId="{CC7C118E-3A0B-D84C-37FB-B199F3F172CE}"/>
          </ac:spMkLst>
        </pc:spChg>
        <pc:spChg chg="add mod ord">
          <ac:chgData name="Warren Huang" userId="a4ae882e31449858" providerId="LiveId" clId="{F5DBDCB6-EAD0-42C1-A2D5-4CD0B982235D}" dt="2022-05-06T20:26:56.897" v="4050" actId="20577"/>
          <ac:spMkLst>
            <pc:docMk/>
            <pc:sldMk cId="4099704017" sldId="269"/>
            <ac:spMk id="3" creationId="{E502EA8C-CF55-45C7-48C2-BF33A162E2DD}"/>
          </ac:spMkLst>
        </pc:spChg>
        <pc:spChg chg="add mod ord">
          <ac:chgData name="Warren Huang" userId="a4ae882e31449858" providerId="LiveId" clId="{F5DBDCB6-EAD0-42C1-A2D5-4CD0B982235D}" dt="2022-05-06T20:26:52.379" v="4037" actId="700"/>
          <ac:spMkLst>
            <pc:docMk/>
            <pc:sldMk cId="4099704017" sldId="269"/>
            <ac:spMk id="4" creationId="{2D4BEF2C-C494-257A-A07C-F20A293C8E18}"/>
          </ac:spMkLst>
        </pc:spChg>
      </pc:sldChg>
      <pc:sldChg chg="addSp modSp new mod setBg">
        <pc:chgData name="Warren Huang" userId="a4ae882e31449858" providerId="LiveId" clId="{F5DBDCB6-EAD0-42C1-A2D5-4CD0B982235D}" dt="2022-05-06T20:31:26.849" v="4203" actId="1076"/>
        <pc:sldMkLst>
          <pc:docMk/>
          <pc:sldMk cId="2830902037" sldId="270"/>
        </pc:sldMkLst>
        <pc:spChg chg="mod">
          <ac:chgData name="Warren Huang" userId="a4ae882e31449858" providerId="LiveId" clId="{F5DBDCB6-EAD0-42C1-A2D5-4CD0B982235D}" dt="2022-05-06T20:29:37.484" v="4072" actId="26606"/>
          <ac:spMkLst>
            <pc:docMk/>
            <pc:sldMk cId="2830902037" sldId="270"/>
            <ac:spMk id="2" creationId="{1E65FF5A-AE7F-EC0E-0B6C-7339D125DA69}"/>
          </ac:spMkLst>
        </pc:spChg>
        <pc:spChg chg="add mod">
          <ac:chgData name="Warren Huang" userId="a4ae882e31449858" providerId="LiveId" clId="{F5DBDCB6-EAD0-42C1-A2D5-4CD0B982235D}" dt="2022-05-06T20:31:26.849" v="4203" actId="1076"/>
          <ac:spMkLst>
            <pc:docMk/>
            <pc:sldMk cId="2830902037" sldId="270"/>
            <ac:spMk id="5" creationId="{3BF7A6EE-2A20-B464-B940-6D570325D494}"/>
          </ac:spMkLst>
        </pc:spChg>
        <pc:spChg chg="add">
          <ac:chgData name="Warren Huang" userId="a4ae882e31449858" providerId="LiveId" clId="{F5DBDCB6-EAD0-42C1-A2D5-4CD0B982235D}" dt="2022-05-06T20:29:37.484" v="4072" actId="26606"/>
          <ac:spMkLst>
            <pc:docMk/>
            <pc:sldMk cId="2830902037" sldId="270"/>
            <ac:spMk id="9" creationId="{605494DE-B078-4D87-BB01-C84320618DAD}"/>
          </ac:spMkLst>
        </pc:spChg>
        <pc:spChg chg="add">
          <ac:chgData name="Warren Huang" userId="a4ae882e31449858" providerId="LiveId" clId="{F5DBDCB6-EAD0-42C1-A2D5-4CD0B982235D}" dt="2022-05-06T20:29:37.484" v="4072" actId="26606"/>
          <ac:spMkLst>
            <pc:docMk/>
            <pc:sldMk cId="2830902037" sldId="270"/>
            <ac:spMk id="11" creationId="{9A0576B0-CD8C-4661-95C8-A9F2CE7CDDB0}"/>
          </ac:spMkLst>
        </pc:spChg>
        <pc:spChg chg="add">
          <ac:chgData name="Warren Huang" userId="a4ae882e31449858" providerId="LiveId" clId="{F5DBDCB6-EAD0-42C1-A2D5-4CD0B982235D}" dt="2022-05-06T20:29:37.484" v="4072" actId="26606"/>
          <ac:spMkLst>
            <pc:docMk/>
            <pc:sldMk cId="2830902037" sldId="270"/>
            <ac:spMk id="13" creationId="{3FF60E2B-3919-423C-B1FF-56CDE6681165}"/>
          </ac:spMkLst>
        </pc:spChg>
        <pc:picChg chg="add mod">
          <ac:chgData name="Warren Huang" userId="a4ae882e31449858" providerId="LiveId" clId="{F5DBDCB6-EAD0-42C1-A2D5-4CD0B982235D}" dt="2022-05-06T20:29:44.029" v="4074" actId="1076"/>
          <ac:picMkLst>
            <pc:docMk/>
            <pc:sldMk cId="2830902037" sldId="270"/>
            <ac:picMk id="4" creationId="{BFB9CA5F-99A1-4BFA-1840-6DF5755DB802}"/>
          </ac:picMkLst>
        </pc:picChg>
      </pc:sldChg>
      <pc:sldChg chg="new del">
        <pc:chgData name="Warren Huang" userId="a4ae882e31449858" providerId="LiveId" clId="{F5DBDCB6-EAD0-42C1-A2D5-4CD0B982235D}" dt="2022-05-06T20:30:25.403" v="4076" actId="47"/>
        <pc:sldMkLst>
          <pc:docMk/>
          <pc:sldMk cId="2723015561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CA159-154E-BE89-5EFA-A440A161E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7FE91-CC97-E194-9500-8EF2DA69D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8DAD7-FE98-E1B6-2A04-15D6E73A9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C1DC-F6A7-4792-B166-3D7E113F63D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E2C88-0DE5-ABE0-7A3E-FCE355EA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16E11-C738-B7D6-7D2D-8D1AC2DF2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86C-7973-4869-81E8-88706414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91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93E71-9FF2-914C-BFB5-E7F50967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0FD42-F359-DBEB-0D76-90EC6160C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E0110-BA15-A72B-B14D-D81A1257C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C1DC-F6A7-4792-B166-3D7E113F63D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72DA1-4E25-9FE2-85E7-33FE9207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F9D13-26A1-6C50-BFF4-041E21B9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86C-7973-4869-81E8-88706414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0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47BC-AAE8-05A4-1226-41034859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32A39-CD98-C4FA-B2C2-DE290E8BD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9BEA-79DF-E329-322D-E00B2068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C1DC-F6A7-4792-B166-3D7E113F63D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70B6F-56CF-589B-3339-5B8DAC85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9B429-B1F3-9004-F13E-99325CFC9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86C-7973-4869-81E8-88706414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2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4FED-1213-637F-E888-03E6093A6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D394A-435A-E84D-A663-168111A25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A3355-7E2B-E37A-E465-00AC9FF5B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95555-1416-2337-7BE2-C2E7C7C15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C1DC-F6A7-4792-B166-3D7E113F63D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BA058-3ACA-8642-7865-392E6663D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EA174-2F96-E257-45A4-DD008C946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86C-7973-4869-81E8-88706414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67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C7604-CB6E-4D67-7D40-30470DCB8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C60CB-02C1-F684-82BB-28125A7D6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BF2A3-CC00-7FEE-6A10-9A56684FF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5A0FE-2A45-65FB-8399-89E90C905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81FB4-604C-82A9-D6C0-F8BA2E68F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90135C-3126-B1D4-629B-27017B48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C1DC-F6A7-4792-B166-3D7E113F63D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F558DB-AA03-FFB0-C738-A5E4DA2D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33EAD-605B-311A-EC73-5E03E2DB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86C-7973-4869-81E8-88706414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24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1182-104A-C539-359B-521EA39C1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30EE4-6C36-D423-E2B0-E738E855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C1DC-F6A7-4792-B166-3D7E113F63D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2BC4C-943B-D59E-18AB-B35B70D87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A3A69-5EF7-0BBA-CA7A-9523E6BA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86C-7973-4869-81E8-88706414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7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30C4B-C7A8-AC1A-D2F7-11F631BB8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C1DC-F6A7-4792-B166-3D7E113F63D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E9CFE-9AC8-D695-5B9A-40085F4E4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982C9-58AF-10AE-0940-B03AB66B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86C-7973-4869-81E8-88706414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BB06-12D3-DBF3-8580-9D054973A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61466-A620-BD57-853E-4B74F7278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A44B4-0FFC-84E8-02AA-4E9D20B53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C4894-80A4-C4E9-0901-48B0ECF1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C1DC-F6A7-4792-B166-3D7E113F63D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29382-CF52-F97B-59AF-56FAA9487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B906-7D0D-41ED-F322-06B17F3F9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86C-7973-4869-81E8-88706414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94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CEA9-F260-3D1E-2A13-53423E4CA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CD3268-D68C-5EBE-CE80-92E61DBA7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E10A0-0C71-B0B4-C363-629FF8148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CA767-F94C-9C83-00BD-3D3FD0726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C1DC-F6A7-4792-B166-3D7E113F63D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08233-725F-FA49-043C-F941918B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9BBFD-16BE-F89A-C015-DE7FFF5E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86C-7973-4869-81E8-88706414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1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9888-7A3C-BAA0-245D-16927747E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6A195-3995-7AA5-3D1C-A76A298BE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AC4B5-2238-F20E-B2A6-9B3691A48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C1DC-F6A7-4792-B166-3D7E113F63D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D2CD5-3882-D9FD-0293-6523BD5D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031B9-E8C2-B39F-DB8E-B03966375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86C-7973-4869-81E8-88706414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2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DD083-35E1-3DA5-033D-419CFDAFC6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570B2-299C-AB3B-8C44-4F5C5A914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48E51-1D72-6DD1-9984-2358431F6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C1DC-F6A7-4792-B166-3D7E113F63D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E7513-7E36-36F9-4CD1-A10277D1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A197E-94F5-BF71-6FC3-6A5F9CFB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F86C-7973-4869-81E8-88706414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5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7D3103-7EB2-404C-1690-345552E5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B8AAA-6553-4506-2E07-646197467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D3D5B-9601-C864-F784-01839C5EA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CC1DC-F6A7-4792-B166-3D7E113F63D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C490D-2F4B-C213-1BCA-FBC0A3A89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CEFA0-8CC9-3FB1-F7CD-C205CF665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1F86C-7973-4869-81E8-88706414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8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2E8EF-921C-2424-9B7C-30049846CB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Restaurant Customer Management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BAF4F-77A9-51A6-AC42-E914808155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Warren Huang</a:t>
            </a:r>
          </a:p>
          <a:p>
            <a:r>
              <a:rPr lang="en-US" dirty="0"/>
              <a:t>Instructor: Lakisha Brooks</a:t>
            </a:r>
          </a:p>
          <a:p>
            <a:r>
              <a:rPr lang="en-US" dirty="0"/>
              <a:t>Laney College CIS 98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529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301BCE-5DB0-02B5-EE07-6D1777689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simple GUI designed at JAVA Swing based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0CD91C-E663-20B2-F52E-9FBDB6A11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419053"/>
            <a:ext cx="6780700" cy="401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787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90DD2A-644D-5B77-42B7-561A52EE3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300" dirty="0">
                <a:solidFill>
                  <a:srgbClr val="FFFFFF"/>
                </a:solidFill>
                <a:latin typeface="Roboto" panose="02000000000000000000" pitchFamily="2" charset="0"/>
              </a:rPr>
              <a:t>E</a:t>
            </a:r>
            <a:r>
              <a:rPr lang="en-US" sz="33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ntity Relationship Diagram</a:t>
            </a:r>
            <a:br>
              <a:rPr lang="en-US" sz="33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</a:br>
            <a:r>
              <a:rPr lang="en-US" sz="33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(ERD)</a:t>
            </a:r>
            <a:endParaRPr lang="en-US" sz="3300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775C95-143D-6B71-92B2-EDE519608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650" y="373566"/>
            <a:ext cx="7610934" cy="565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3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779037-1E57-5BDB-5819-2ADE99B93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Schema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5EE28CE-9BC9-C937-0CF8-0F2EC5643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67" y="2884340"/>
            <a:ext cx="5455917" cy="308259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682B9D6-2C17-530B-30D7-41C733E99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073" y="4111921"/>
            <a:ext cx="5455917" cy="62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54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291E3-5985-3017-815E-9825E2AEF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UID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CB00D-4136-D08C-D9F3-DBA7D6F5AB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RID(Reservation ID)</a:t>
            </a:r>
          </a:p>
          <a:p>
            <a:r>
              <a:rPr lang="en-US" sz="2000" dirty="0"/>
              <a:t>WID(Waitlist ID)</a:t>
            </a:r>
          </a:p>
          <a:p>
            <a:r>
              <a:rPr lang="en-US" sz="2000" dirty="0"/>
              <a:t>TID(Table ID)</a:t>
            </a:r>
          </a:p>
          <a:p>
            <a:r>
              <a:rPr lang="en-US" sz="2000" dirty="0" err="1"/>
              <a:t>PhoneN</a:t>
            </a:r>
            <a:r>
              <a:rPr lang="en-US" sz="2000" dirty="0"/>
              <a:t>(Phone Number)</a:t>
            </a:r>
          </a:p>
          <a:p>
            <a:r>
              <a:rPr lang="en-US" sz="2000" dirty="0"/>
              <a:t>FID(Food ID)</a:t>
            </a:r>
          </a:p>
          <a:p>
            <a:r>
              <a:rPr lang="en-US" sz="2000" dirty="0"/>
              <a:t>Waiter ID</a:t>
            </a:r>
          </a:p>
          <a:p>
            <a:r>
              <a:rPr lang="en-US" sz="2000" dirty="0"/>
              <a:t>OID(Order ID)</a:t>
            </a:r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5311D-3D56-9719-6ECD-019E8237B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RID is unique in reservation table</a:t>
            </a:r>
          </a:p>
          <a:p>
            <a:r>
              <a:rPr lang="en-US" sz="2000" dirty="0"/>
              <a:t>WID is unique in waitlist table</a:t>
            </a:r>
          </a:p>
          <a:p>
            <a:r>
              <a:rPr lang="en-US" sz="2000" dirty="0"/>
              <a:t>TID is unique in “table” table</a:t>
            </a:r>
          </a:p>
          <a:p>
            <a:r>
              <a:rPr lang="en-US" sz="2000" dirty="0" err="1"/>
              <a:t>PhoneN</a:t>
            </a:r>
            <a:r>
              <a:rPr lang="en-US" sz="2000" dirty="0"/>
              <a:t> is unique in customer table</a:t>
            </a:r>
          </a:p>
          <a:p>
            <a:r>
              <a:rPr lang="en-US" sz="2000" dirty="0"/>
              <a:t>FID is unique in menu table</a:t>
            </a:r>
          </a:p>
          <a:p>
            <a:r>
              <a:rPr lang="en-US" sz="2000" dirty="0"/>
              <a:t>Waiter ID is unique in waiter table</a:t>
            </a:r>
          </a:p>
          <a:p>
            <a:r>
              <a:rPr lang="en-US" sz="2000" dirty="0"/>
              <a:t>OID is unique in order table</a:t>
            </a:r>
          </a:p>
          <a:p>
            <a:endParaRPr lang="en-US" sz="2000" dirty="0"/>
          </a:p>
          <a:p>
            <a:r>
              <a:rPr lang="en-US" sz="2000" dirty="0"/>
              <a:t>Above contents are all </a:t>
            </a:r>
            <a:r>
              <a:rPr lang="en-US" sz="2000" dirty="0" err="1"/>
              <a:t>auto_increment</a:t>
            </a:r>
            <a:endParaRPr lang="en-US" sz="2000" dirty="0"/>
          </a:p>
          <a:p>
            <a:r>
              <a:rPr lang="en-US" sz="2000" dirty="0"/>
              <a:t>Each table has at least ONE constraint from/to others UID</a:t>
            </a:r>
          </a:p>
          <a:p>
            <a:r>
              <a:rPr lang="en-US" sz="2000" dirty="0"/>
              <a:t>Except “</a:t>
            </a:r>
            <a:r>
              <a:rPr lang="en-US" sz="2000" dirty="0" err="1"/>
              <a:t>rhistory</a:t>
            </a:r>
            <a:r>
              <a:rPr lang="en-US" sz="2000" dirty="0"/>
              <a:t>” table, which is information backup purpose</a:t>
            </a:r>
          </a:p>
        </p:txBody>
      </p:sp>
    </p:spTree>
    <p:extLst>
      <p:ext uri="{BB962C8B-B14F-4D97-AF65-F5344CB8AC3E}">
        <p14:creationId xmlns:p14="http://schemas.microsoft.com/office/powerpoint/2010/main" val="31882454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FAEAD2-75C7-2E75-21B7-387B51C8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3877056" cy="22494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How it works?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6ED5D4-619B-531E-D41A-56C68E233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348" y="3583142"/>
            <a:ext cx="3233828" cy="26113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A3ECC0-0C9B-3D79-44E1-B57AE0EC2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551" y="127621"/>
            <a:ext cx="4736644" cy="3147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B3013F-3D3F-1B5D-9ECD-130F996B9D24}"/>
              </a:ext>
            </a:extLst>
          </p:cNvPr>
          <p:cNvSpPr txBox="1"/>
          <p:nvPr/>
        </p:nvSpPr>
        <p:spPr>
          <a:xfrm>
            <a:off x="5139611" y="3402480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“Reservations” and “Waitlist” tables hold initial specified detail along with RID or WID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2F2452-1342-A90A-142E-E6C7F20DD4A0}"/>
              </a:ext>
            </a:extLst>
          </p:cNvPr>
          <p:cNvSpPr txBox="1"/>
          <p:nvPr/>
        </p:nvSpPr>
        <p:spPr>
          <a:xfrm>
            <a:off x="4663917" y="4730430"/>
            <a:ext cx="3605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Next, RID or WID will be assigned to </a:t>
            </a:r>
          </a:p>
          <a:p>
            <a:r>
              <a:rPr lang="en-US" dirty="0">
                <a:solidFill>
                  <a:schemeClr val="bg1"/>
                </a:solidFill>
              </a:rPr>
              <a:t>“customers” table to be bounded</a:t>
            </a:r>
          </a:p>
        </p:txBody>
      </p:sp>
    </p:spTree>
    <p:extLst>
      <p:ext uri="{BB962C8B-B14F-4D97-AF65-F5344CB8AC3E}">
        <p14:creationId xmlns:p14="http://schemas.microsoft.com/office/powerpoint/2010/main" val="15878363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534A5-C337-8CF2-DFE6-E2CF2902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Example(Reservations Interface)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DA36F3-0E7E-58C5-ECA9-3B2B47212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815" y="1675227"/>
            <a:ext cx="7416370" cy="43941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A2A1B6-934F-B16B-A7B9-9BB88EA73875}"/>
              </a:ext>
            </a:extLst>
          </p:cNvPr>
          <p:cNvSpPr/>
          <p:nvPr/>
        </p:nvSpPr>
        <p:spPr>
          <a:xfrm>
            <a:off x="3040968" y="1861929"/>
            <a:ext cx="556591" cy="516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27CA37-6C20-5D7B-0FA7-CF40D0F7800C}"/>
              </a:ext>
            </a:extLst>
          </p:cNvPr>
          <p:cNvSpPr/>
          <p:nvPr/>
        </p:nvSpPr>
        <p:spPr>
          <a:xfrm>
            <a:off x="3040967" y="2886269"/>
            <a:ext cx="556591" cy="1244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36149F-E01A-2933-54BC-98F47FE2F665}"/>
              </a:ext>
            </a:extLst>
          </p:cNvPr>
          <p:cNvCxnSpPr>
            <a:cxnSpLocks/>
          </p:cNvCxnSpPr>
          <p:nvPr/>
        </p:nvCxnSpPr>
        <p:spPr>
          <a:xfrm flipH="1">
            <a:off x="2046514" y="1940767"/>
            <a:ext cx="994453" cy="2217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8E796F-AF18-92FE-C076-02E3E5EE5A3C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2135161" y="2565466"/>
            <a:ext cx="905806" cy="383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C904C51-DA57-38F0-013F-D01338559AB3}"/>
              </a:ext>
            </a:extLst>
          </p:cNvPr>
          <p:cNvSpPr txBox="1"/>
          <p:nvPr/>
        </p:nvSpPr>
        <p:spPr>
          <a:xfrm>
            <a:off x="130899" y="1959429"/>
            <a:ext cx="20987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parts handled by “reservations” table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Query: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INSERT INTO reservations</a:t>
            </a:r>
          </a:p>
          <a:p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dirty="0" err="1">
                <a:solidFill>
                  <a:srgbClr val="00B050"/>
                </a:solidFill>
              </a:rPr>
              <a:t>resDay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resTime</a:t>
            </a:r>
            <a:r>
              <a:rPr lang="en-US" dirty="0">
                <a:solidFill>
                  <a:srgbClr val="00B050"/>
                </a:solidFill>
              </a:rPr>
              <a:t>)</a:t>
            </a:r>
          </a:p>
          <a:p>
            <a:r>
              <a:rPr lang="en-US" dirty="0">
                <a:solidFill>
                  <a:srgbClr val="00B050"/>
                </a:solidFill>
              </a:rPr>
              <a:t>VALUES</a:t>
            </a:r>
          </a:p>
          <a:p>
            <a:r>
              <a:rPr lang="en-US" dirty="0">
                <a:solidFill>
                  <a:srgbClr val="00B050"/>
                </a:solidFill>
              </a:rPr>
              <a:t>(?,?);</a:t>
            </a:r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D800B3-9DC8-CA53-63D1-665553EE6059}"/>
              </a:ext>
            </a:extLst>
          </p:cNvPr>
          <p:cNvSpPr/>
          <p:nvPr/>
        </p:nvSpPr>
        <p:spPr>
          <a:xfrm>
            <a:off x="3028383" y="2413247"/>
            <a:ext cx="569175" cy="43853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E8423A-1147-8B8F-8EF7-175B958D105E}"/>
              </a:ext>
            </a:extLst>
          </p:cNvPr>
          <p:cNvCxnSpPr>
            <a:cxnSpLocks/>
          </p:cNvCxnSpPr>
          <p:nvPr/>
        </p:nvCxnSpPr>
        <p:spPr>
          <a:xfrm flipV="1">
            <a:off x="3600272" y="1959429"/>
            <a:ext cx="6688283" cy="61951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5E0540F-DD83-22F0-6CF1-F3F18B342087}"/>
              </a:ext>
            </a:extLst>
          </p:cNvPr>
          <p:cNvSpPr txBox="1"/>
          <p:nvPr/>
        </p:nvSpPr>
        <p:spPr>
          <a:xfrm>
            <a:off x="9784046" y="2110639"/>
            <a:ext cx="217610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The pars handled by</a:t>
            </a:r>
          </a:p>
          <a:p>
            <a:r>
              <a:rPr lang="en-US" dirty="0">
                <a:solidFill>
                  <a:srgbClr val="0070C0"/>
                </a:solidFill>
              </a:rPr>
              <a:t>“customers” table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Query: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INSERT INTO </a:t>
            </a:r>
          </a:p>
          <a:p>
            <a:r>
              <a:rPr lang="en-US" dirty="0">
                <a:solidFill>
                  <a:srgbClr val="00B050"/>
                </a:solidFill>
              </a:rPr>
              <a:t>Customers</a:t>
            </a:r>
          </a:p>
          <a:p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dirty="0" err="1">
                <a:solidFill>
                  <a:srgbClr val="00B050"/>
                </a:solidFill>
              </a:rPr>
              <a:t>firstName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lastName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Childre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PhoneN</a:t>
            </a:r>
            <a:r>
              <a:rPr lang="en-US" dirty="0">
                <a:solidFill>
                  <a:srgbClr val="00B050"/>
                </a:solidFill>
              </a:rPr>
              <a:t>)</a:t>
            </a:r>
          </a:p>
          <a:p>
            <a:r>
              <a:rPr lang="en-US" dirty="0">
                <a:solidFill>
                  <a:srgbClr val="00B050"/>
                </a:solidFill>
              </a:rPr>
              <a:t>VALUES</a:t>
            </a:r>
          </a:p>
          <a:p>
            <a:r>
              <a:rPr lang="en-US" dirty="0">
                <a:solidFill>
                  <a:srgbClr val="00B050"/>
                </a:solidFill>
              </a:rPr>
              <a:t>(?,?,?,?)</a:t>
            </a:r>
          </a:p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83E3E0-9F76-F564-35D0-887178827639}"/>
              </a:ext>
            </a:extLst>
          </p:cNvPr>
          <p:cNvSpPr/>
          <p:nvPr/>
        </p:nvSpPr>
        <p:spPr>
          <a:xfrm>
            <a:off x="3001102" y="3183791"/>
            <a:ext cx="6612293" cy="26634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4B86CF-CD07-A9F9-B308-8452DA598DD6}"/>
              </a:ext>
            </a:extLst>
          </p:cNvPr>
          <p:cNvSpPr txBox="1"/>
          <p:nvPr/>
        </p:nvSpPr>
        <p:spPr>
          <a:xfrm>
            <a:off x="3131649" y="3566754"/>
            <a:ext cx="55458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Retrieve data from “reservations” table and “customer” table</a:t>
            </a:r>
          </a:p>
          <a:p>
            <a:endParaRPr lang="en-US" dirty="0"/>
          </a:p>
          <a:p>
            <a:r>
              <a:rPr lang="en-US" dirty="0">
                <a:solidFill>
                  <a:srgbClr val="92D050"/>
                </a:solidFill>
              </a:rPr>
              <a:t>Query:</a:t>
            </a:r>
          </a:p>
          <a:p>
            <a:r>
              <a:rPr lang="en-US" dirty="0">
                <a:solidFill>
                  <a:srgbClr val="92D050"/>
                </a:solidFill>
              </a:rPr>
              <a:t>SELECT </a:t>
            </a:r>
          </a:p>
          <a:p>
            <a:r>
              <a:rPr lang="en-US" dirty="0">
                <a:solidFill>
                  <a:srgbClr val="92D050"/>
                </a:solidFill>
              </a:rPr>
              <a:t>RID, </a:t>
            </a:r>
            <a:r>
              <a:rPr lang="en-US" dirty="0" err="1">
                <a:solidFill>
                  <a:srgbClr val="92D050"/>
                </a:solidFill>
              </a:rPr>
              <a:t>createAt</a:t>
            </a:r>
            <a:r>
              <a:rPr lang="en-US" dirty="0">
                <a:solidFill>
                  <a:srgbClr val="92D050"/>
                </a:solidFill>
              </a:rPr>
              <a:t>, </a:t>
            </a:r>
            <a:r>
              <a:rPr lang="en-US" dirty="0" err="1">
                <a:solidFill>
                  <a:srgbClr val="92D050"/>
                </a:solidFill>
              </a:rPr>
              <a:t>resTime</a:t>
            </a:r>
            <a:r>
              <a:rPr lang="en-US" dirty="0">
                <a:solidFill>
                  <a:srgbClr val="92D050"/>
                </a:solidFill>
              </a:rPr>
              <a:t>, </a:t>
            </a:r>
            <a:r>
              <a:rPr lang="en-US" dirty="0" err="1">
                <a:solidFill>
                  <a:srgbClr val="92D050"/>
                </a:solidFill>
              </a:rPr>
              <a:t>resDate</a:t>
            </a:r>
            <a:r>
              <a:rPr lang="en-US" dirty="0">
                <a:solidFill>
                  <a:srgbClr val="92D050"/>
                </a:solidFill>
              </a:rPr>
              <a:t>, </a:t>
            </a:r>
            <a:r>
              <a:rPr lang="en-US" dirty="0" err="1">
                <a:solidFill>
                  <a:srgbClr val="92D050"/>
                </a:solidFill>
              </a:rPr>
              <a:t>partySize</a:t>
            </a:r>
            <a:r>
              <a:rPr lang="en-US" dirty="0">
                <a:solidFill>
                  <a:srgbClr val="92D050"/>
                </a:solidFill>
              </a:rPr>
              <a:t>, </a:t>
            </a:r>
            <a:r>
              <a:rPr lang="en-US" dirty="0" err="1">
                <a:solidFill>
                  <a:srgbClr val="92D050"/>
                </a:solidFill>
              </a:rPr>
              <a:t>firstName</a:t>
            </a:r>
            <a:r>
              <a:rPr lang="en-US" dirty="0">
                <a:solidFill>
                  <a:srgbClr val="92D050"/>
                </a:solidFill>
              </a:rPr>
              <a:t>, </a:t>
            </a:r>
            <a:r>
              <a:rPr lang="en-US" dirty="0" err="1">
                <a:solidFill>
                  <a:srgbClr val="92D050"/>
                </a:solidFill>
              </a:rPr>
              <a:t>lastName</a:t>
            </a:r>
            <a:r>
              <a:rPr lang="en-US" dirty="0">
                <a:solidFill>
                  <a:srgbClr val="92D050"/>
                </a:solidFill>
              </a:rPr>
              <a:t>, children </a:t>
            </a:r>
          </a:p>
          <a:p>
            <a:r>
              <a:rPr lang="en-US" dirty="0">
                <a:solidFill>
                  <a:srgbClr val="92D050"/>
                </a:solidFill>
              </a:rPr>
              <a:t>FROM</a:t>
            </a:r>
          </a:p>
          <a:p>
            <a:r>
              <a:rPr lang="en-US" dirty="0">
                <a:solidFill>
                  <a:srgbClr val="92D050"/>
                </a:solidFill>
              </a:rPr>
              <a:t>reservations </a:t>
            </a:r>
          </a:p>
          <a:p>
            <a:r>
              <a:rPr lang="en-US" dirty="0">
                <a:solidFill>
                  <a:srgbClr val="92D050"/>
                </a:solidFill>
              </a:rPr>
              <a:t>LEFT JOIN customers USING(RID) 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567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32B152-3720-4D3B-97ED-45CE5483F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1BAB570-FF10-4E96-8A3F-FA9804702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693698" cy="6858000"/>
          </a:xfrm>
          <a:custGeom>
            <a:avLst/>
            <a:gdLst>
              <a:gd name="connsiteX0" fmla="*/ 0 w 4693698"/>
              <a:gd name="connsiteY0" fmla="*/ 0 h 6858000"/>
              <a:gd name="connsiteX1" fmla="*/ 420914 w 4693698"/>
              <a:gd name="connsiteY1" fmla="*/ 0 h 6858000"/>
              <a:gd name="connsiteX2" fmla="*/ 1582057 w 4693698"/>
              <a:gd name="connsiteY2" fmla="*/ 0 h 6858000"/>
              <a:gd name="connsiteX3" fmla="*/ 4503903 w 4693698"/>
              <a:gd name="connsiteY3" fmla="*/ 0 h 6858000"/>
              <a:gd name="connsiteX4" fmla="*/ 4508943 w 4693698"/>
              <a:gd name="connsiteY4" fmla="*/ 66675 h 6858000"/>
              <a:gd name="connsiteX5" fmla="*/ 4517340 w 4693698"/>
              <a:gd name="connsiteY5" fmla="*/ 122237 h 6858000"/>
              <a:gd name="connsiteX6" fmla="*/ 4527418 w 4693698"/>
              <a:gd name="connsiteY6" fmla="*/ 174625 h 6858000"/>
              <a:gd name="connsiteX7" fmla="*/ 4544214 w 4693698"/>
              <a:gd name="connsiteY7" fmla="*/ 217487 h 6858000"/>
              <a:gd name="connsiteX8" fmla="*/ 4561010 w 4693698"/>
              <a:gd name="connsiteY8" fmla="*/ 260350 h 6858000"/>
              <a:gd name="connsiteX9" fmla="*/ 4581165 w 4693698"/>
              <a:gd name="connsiteY9" fmla="*/ 296862 h 6858000"/>
              <a:gd name="connsiteX10" fmla="*/ 4601320 w 4693698"/>
              <a:gd name="connsiteY10" fmla="*/ 334962 h 6858000"/>
              <a:gd name="connsiteX11" fmla="*/ 4619796 w 4693698"/>
              <a:gd name="connsiteY11" fmla="*/ 369887 h 6858000"/>
              <a:gd name="connsiteX12" fmla="*/ 4638271 w 4693698"/>
              <a:gd name="connsiteY12" fmla="*/ 409575 h 6858000"/>
              <a:gd name="connsiteX13" fmla="*/ 4655067 w 4693698"/>
              <a:gd name="connsiteY13" fmla="*/ 450850 h 6858000"/>
              <a:gd name="connsiteX14" fmla="*/ 4670184 w 4693698"/>
              <a:gd name="connsiteY14" fmla="*/ 496887 h 6858000"/>
              <a:gd name="connsiteX15" fmla="*/ 4681941 w 4693698"/>
              <a:gd name="connsiteY15" fmla="*/ 546100 h 6858000"/>
              <a:gd name="connsiteX16" fmla="*/ 4690339 w 4693698"/>
              <a:gd name="connsiteY16" fmla="*/ 606425 h 6858000"/>
              <a:gd name="connsiteX17" fmla="*/ 4693698 w 4693698"/>
              <a:gd name="connsiteY17" fmla="*/ 673100 h 6858000"/>
              <a:gd name="connsiteX18" fmla="*/ 4690339 w 4693698"/>
              <a:gd name="connsiteY18" fmla="*/ 744537 h 6858000"/>
              <a:gd name="connsiteX19" fmla="*/ 4681941 w 4693698"/>
              <a:gd name="connsiteY19" fmla="*/ 801687 h 6858000"/>
              <a:gd name="connsiteX20" fmla="*/ 4670184 w 4693698"/>
              <a:gd name="connsiteY20" fmla="*/ 854075 h 6858000"/>
              <a:gd name="connsiteX21" fmla="*/ 4655067 w 4693698"/>
              <a:gd name="connsiteY21" fmla="*/ 901700 h 6858000"/>
              <a:gd name="connsiteX22" fmla="*/ 4638271 w 4693698"/>
              <a:gd name="connsiteY22" fmla="*/ 942975 h 6858000"/>
              <a:gd name="connsiteX23" fmla="*/ 4618116 w 4693698"/>
              <a:gd name="connsiteY23" fmla="*/ 981075 h 6858000"/>
              <a:gd name="connsiteX24" fmla="*/ 4597961 w 4693698"/>
              <a:gd name="connsiteY24" fmla="*/ 1017587 h 6858000"/>
              <a:gd name="connsiteX25" fmla="*/ 4577806 w 4693698"/>
              <a:gd name="connsiteY25" fmla="*/ 1055687 h 6858000"/>
              <a:gd name="connsiteX26" fmla="*/ 4559330 w 4693698"/>
              <a:gd name="connsiteY26" fmla="*/ 1095375 h 6858000"/>
              <a:gd name="connsiteX27" fmla="*/ 4540854 w 4693698"/>
              <a:gd name="connsiteY27" fmla="*/ 1136650 h 6858000"/>
              <a:gd name="connsiteX28" fmla="*/ 4525739 w 4693698"/>
              <a:gd name="connsiteY28" fmla="*/ 1182687 h 6858000"/>
              <a:gd name="connsiteX29" fmla="*/ 4515661 w 4693698"/>
              <a:gd name="connsiteY29" fmla="*/ 1235075 h 6858000"/>
              <a:gd name="connsiteX30" fmla="*/ 4505583 w 4693698"/>
              <a:gd name="connsiteY30" fmla="*/ 1295400 h 6858000"/>
              <a:gd name="connsiteX31" fmla="*/ 4503903 w 4693698"/>
              <a:gd name="connsiteY31" fmla="*/ 1363662 h 6858000"/>
              <a:gd name="connsiteX32" fmla="*/ 4505583 w 4693698"/>
              <a:gd name="connsiteY32" fmla="*/ 1431925 h 6858000"/>
              <a:gd name="connsiteX33" fmla="*/ 4515661 w 4693698"/>
              <a:gd name="connsiteY33" fmla="*/ 1492250 h 6858000"/>
              <a:gd name="connsiteX34" fmla="*/ 4525739 w 4693698"/>
              <a:gd name="connsiteY34" fmla="*/ 1544637 h 6858000"/>
              <a:gd name="connsiteX35" fmla="*/ 4540854 w 4693698"/>
              <a:gd name="connsiteY35" fmla="*/ 1589087 h 6858000"/>
              <a:gd name="connsiteX36" fmla="*/ 4559330 w 4693698"/>
              <a:gd name="connsiteY36" fmla="*/ 1631950 h 6858000"/>
              <a:gd name="connsiteX37" fmla="*/ 4577806 w 4693698"/>
              <a:gd name="connsiteY37" fmla="*/ 1671637 h 6858000"/>
              <a:gd name="connsiteX38" fmla="*/ 4597961 w 4693698"/>
              <a:gd name="connsiteY38" fmla="*/ 1708150 h 6858000"/>
              <a:gd name="connsiteX39" fmla="*/ 4618116 w 4693698"/>
              <a:gd name="connsiteY39" fmla="*/ 1743075 h 6858000"/>
              <a:gd name="connsiteX40" fmla="*/ 4638271 w 4693698"/>
              <a:gd name="connsiteY40" fmla="*/ 1782762 h 6858000"/>
              <a:gd name="connsiteX41" fmla="*/ 4655067 w 4693698"/>
              <a:gd name="connsiteY41" fmla="*/ 1824037 h 6858000"/>
              <a:gd name="connsiteX42" fmla="*/ 4670184 w 4693698"/>
              <a:gd name="connsiteY42" fmla="*/ 1870075 h 6858000"/>
              <a:gd name="connsiteX43" fmla="*/ 4681941 w 4693698"/>
              <a:gd name="connsiteY43" fmla="*/ 1922462 h 6858000"/>
              <a:gd name="connsiteX44" fmla="*/ 4690339 w 4693698"/>
              <a:gd name="connsiteY44" fmla="*/ 1982787 h 6858000"/>
              <a:gd name="connsiteX45" fmla="*/ 4693698 w 4693698"/>
              <a:gd name="connsiteY45" fmla="*/ 2051050 h 6858000"/>
              <a:gd name="connsiteX46" fmla="*/ 4690339 w 4693698"/>
              <a:gd name="connsiteY46" fmla="*/ 2119312 h 6858000"/>
              <a:gd name="connsiteX47" fmla="*/ 4681941 w 4693698"/>
              <a:gd name="connsiteY47" fmla="*/ 2179637 h 6858000"/>
              <a:gd name="connsiteX48" fmla="*/ 4670184 w 4693698"/>
              <a:gd name="connsiteY48" fmla="*/ 2232025 h 6858000"/>
              <a:gd name="connsiteX49" fmla="*/ 4655067 w 4693698"/>
              <a:gd name="connsiteY49" fmla="*/ 2278062 h 6858000"/>
              <a:gd name="connsiteX50" fmla="*/ 4638271 w 4693698"/>
              <a:gd name="connsiteY50" fmla="*/ 2319337 h 6858000"/>
              <a:gd name="connsiteX51" fmla="*/ 4618116 w 4693698"/>
              <a:gd name="connsiteY51" fmla="*/ 2359025 h 6858000"/>
              <a:gd name="connsiteX52" fmla="*/ 4597961 w 4693698"/>
              <a:gd name="connsiteY52" fmla="*/ 2395537 h 6858000"/>
              <a:gd name="connsiteX53" fmla="*/ 4577806 w 4693698"/>
              <a:gd name="connsiteY53" fmla="*/ 2433637 h 6858000"/>
              <a:gd name="connsiteX54" fmla="*/ 4559330 w 4693698"/>
              <a:gd name="connsiteY54" fmla="*/ 2471737 h 6858000"/>
              <a:gd name="connsiteX55" fmla="*/ 4540854 w 4693698"/>
              <a:gd name="connsiteY55" fmla="*/ 2513012 h 6858000"/>
              <a:gd name="connsiteX56" fmla="*/ 4525739 w 4693698"/>
              <a:gd name="connsiteY56" fmla="*/ 2560637 h 6858000"/>
              <a:gd name="connsiteX57" fmla="*/ 4515661 w 4693698"/>
              <a:gd name="connsiteY57" fmla="*/ 2613025 h 6858000"/>
              <a:gd name="connsiteX58" fmla="*/ 4505583 w 4693698"/>
              <a:gd name="connsiteY58" fmla="*/ 2671762 h 6858000"/>
              <a:gd name="connsiteX59" fmla="*/ 4503903 w 4693698"/>
              <a:gd name="connsiteY59" fmla="*/ 2741612 h 6858000"/>
              <a:gd name="connsiteX60" fmla="*/ 4505583 w 4693698"/>
              <a:gd name="connsiteY60" fmla="*/ 2809875 h 6858000"/>
              <a:gd name="connsiteX61" fmla="*/ 4515661 w 4693698"/>
              <a:gd name="connsiteY61" fmla="*/ 2868612 h 6858000"/>
              <a:gd name="connsiteX62" fmla="*/ 4525739 w 4693698"/>
              <a:gd name="connsiteY62" fmla="*/ 2922587 h 6858000"/>
              <a:gd name="connsiteX63" fmla="*/ 4540854 w 4693698"/>
              <a:gd name="connsiteY63" fmla="*/ 2967037 h 6858000"/>
              <a:gd name="connsiteX64" fmla="*/ 4559330 w 4693698"/>
              <a:gd name="connsiteY64" fmla="*/ 3009900 h 6858000"/>
              <a:gd name="connsiteX65" fmla="*/ 4577806 w 4693698"/>
              <a:gd name="connsiteY65" fmla="*/ 3046412 h 6858000"/>
              <a:gd name="connsiteX66" fmla="*/ 4597961 w 4693698"/>
              <a:gd name="connsiteY66" fmla="*/ 3084512 h 6858000"/>
              <a:gd name="connsiteX67" fmla="*/ 4618116 w 4693698"/>
              <a:gd name="connsiteY67" fmla="*/ 3121025 h 6858000"/>
              <a:gd name="connsiteX68" fmla="*/ 4638271 w 4693698"/>
              <a:gd name="connsiteY68" fmla="*/ 3160712 h 6858000"/>
              <a:gd name="connsiteX69" fmla="*/ 4655067 w 4693698"/>
              <a:gd name="connsiteY69" fmla="*/ 3201987 h 6858000"/>
              <a:gd name="connsiteX70" fmla="*/ 4670184 w 4693698"/>
              <a:gd name="connsiteY70" fmla="*/ 3248025 h 6858000"/>
              <a:gd name="connsiteX71" fmla="*/ 4681941 w 4693698"/>
              <a:gd name="connsiteY71" fmla="*/ 3300412 h 6858000"/>
              <a:gd name="connsiteX72" fmla="*/ 4690339 w 4693698"/>
              <a:gd name="connsiteY72" fmla="*/ 3360737 h 6858000"/>
              <a:gd name="connsiteX73" fmla="*/ 4693698 w 4693698"/>
              <a:gd name="connsiteY73" fmla="*/ 3427412 h 6858000"/>
              <a:gd name="connsiteX74" fmla="*/ 4690339 w 4693698"/>
              <a:gd name="connsiteY74" fmla="*/ 3497262 h 6858000"/>
              <a:gd name="connsiteX75" fmla="*/ 4681941 w 4693698"/>
              <a:gd name="connsiteY75" fmla="*/ 3557587 h 6858000"/>
              <a:gd name="connsiteX76" fmla="*/ 4670184 w 4693698"/>
              <a:gd name="connsiteY76" fmla="*/ 3609975 h 6858000"/>
              <a:gd name="connsiteX77" fmla="*/ 4655067 w 4693698"/>
              <a:gd name="connsiteY77" fmla="*/ 3656012 h 6858000"/>
              <a:gd name="connsiteX78" fmla="*/ 4638271 w 4693698"/>
              <a:gd name="connsiteY78" fmla="*/ 3697287 h 6858000"/>
              <a:gd name="connsiteX79" fmla="*/ 4618116 w 4693698"/>
              <a:gd name="connsiteY79" fmla="*/ 3736975 h 6858000"/>
              <a:gd name="connsiteX80" fmla="*/ 4577806 w 4693698"/>
              <a:gd name="connsiteY80" fmla="*/ 3811587 h 6858000"/>
              <a:gd name="connsiteX81" fmla="*/ 4559330 w 4693698"/>
              <a:gd name="connsiteY81" fmla="*/ 3848100 h 6858000"/>
              <a:gd name="connsiteX82" fmla="*/ 4540854 w 4693698"/>
              <a:gd name="connsiteY82" fmla="*/ 3890962 h 6858000"/>
              <a:gd name="connsiteX83" fmla="*/ 4525739 w 4693698"/>
              <a:gd name="connsiteY83" fmla="*/ 3935412 h 6858000"/>
              <a:gd name="connsiteX84" fmla="*/ 4515661 w 4693698"/>
              <a:gd name="connsiteY84" fmla="*/ 3987800 h 6858000"/>
              <a:gd name="connsiteX85" fmla="*/ 4505583 w 4693698"/>
              <a:gd name="connsiteY85" fmla="*/ 4048125 h 6858000"/>
              <a:gd name="connsiteX86" fmla="*/ 4503903 w 4693698"/>
              <a:gd name="connsiteY86" fmla="*/ 4116387 h 6858000"/>
              <a:gd name="connsiteX87" fmla="*/ 4505583 w 4693698"/>
              <a:gd name="connsiteY87" fmla="*/ 4186237 h 6858000"/>
              <a:gd name="connsiteX88" fmla="*/ 4515661 w 4693698"/>
              <a:gd name="connsiteY88" fmla="*/ 4244975 h 6858000"/>
              <a:gd name="connsiteX89" fmla="*/ 4525739 w 4693698"/>
              <a:gd name="connsiteY89" fmla="*/ 4297362 h 6858000"/>
              <a:gd name="connsiteX90" fmla="*/ 4540854 w 4693698"/>
              <a:gd name="connsiteY90" fmla="*/ 4343400 h 6858000"/>
              <a:gd name="connsiteX91" fmla="*/ 4559330 w 4693698"/>
              <a:gd name="connsiteY91" fmla="*/ 4386262 h 6858000"/>
              <a:gd name="connsiteX92" fmla="*/ 4577806 w 4693698"/>
              <a:gd name="connsiteY92" fmla="*/ 4424362 h 6858000"/>
              <a:gd name="connsiteX93" fmla="*/ 4618116 w 4693698"/>
              <a:gd name="connsiteY93" fmla="*/ 4498975 h 6858000"/>
              <a:gd name="connsiteX94" fmla="*/ 4638271 w 4693698"/>
              <a:gd name="connsiteY94" fmla="*/ 4537075 h 6858000"/>
              <a:gd name="connsiteX95" fmla="*/ 4655067 w 4693698"/>
              <a:gd name="connsiteY95" fmla="*/ 4579937 h 6858000"/>
              <a:gd name="connsiteX96" fmla="*/ 4670184 w 4693698"/>
              <a:gd name="connsiteY96" fmla="*/ 4625975 h 6858000"/>
              <a:gd name="connsiteX97" fmla="*/ 4681941 w 4693698"/>
              <a:gd name="connsiteY97" fmla="*/ 4678362 h 6858000"/>
              <a:gd name="connsiteX98" fmla="*/ 4690339 w 4693698"/>
              <a:gd name="connsiteY98" fmla="*/ 4738687 h 6858000"/>
              <a:gd name="connsiteX99" fmla="*/ 4693698 w 4693698"/>
              <a:gd name="connsiteY99" fmla="*/ 4806950 h 6858000"/>
              <a:gd name="connsiteX100" fmla="*/ 4690339 w 4693698"/>
              <a:gd name="connsiteY100" fmla="*/ 4875212 h 6858000"/>
              <a:gd name="connsiteX101" fmla="*/ 4681941 w 4693698"/>
              <a:gd name="connsiteY101" fmla="*/ 4935537 h 6858000"/>
              <a:gd name="connsiteX102" fmla="*/ 4670184 w 4693698"/>
              <a:gd name="connsiteY102" fmla="*/ 4987925 h 6858000"/>
              <a:gd name="connsiteX103" fmla="*/ 4655067 w 4693698"/>
              <a:gd name="connsiteY103" fmla="*/ 5033962 h 6858000"/>
              <a:gd name="connsiteX104" fmla="*/ 4638271 w 4693698"/>
              <a:gd name="connsiteY104" fmla="*/ 5075237 h 6858000"/>
              <a:gd name="connsiteX105" fmla="*/ 4618116 w 4693698"/>
              <a:gd name="connsiteY105" fmla="*/ 5114925 h 6858000"/>
              <a:gd name="connsiteX106" fmla="*/ 4597961 w 4693698"/>
              <a:gd name="connsiteY106" fmla="*/ 5149850 h 6858000"/>
              <a:gd name="connsiteX107" fmla="*/ 4577806 w 4693698"/>
              <a:gd name="connsiteY107" fmla="*/ 5186362 h 6858000"/>
              <a:gd name="connsiteX108" fmla="*/ 4559330 w 4693698"/>
              <a:gd name="connsiteY108" fmla="*/ 5226050 h 6858000"/>
              <a:gd name="connsiteX109" fmla="*/ 4540854 w 4693698"/>
              <a:gd name="connsiteY109" fmla="*/ 5268912 h 6858000"/>
              <a:gd name="connsiteX110" fmla="*/ 4525739 w 4693698"/>
              <a:gd name="connsiteY110" fmla="*/ 5313362 h 6858000"/>
              <a:gd name="connsiteX111" fmla="*/ 4515661 w 4693698"/>
              <a:gd name="connsiteY111" fmla="*/ 5365750 h 6858000"/>
              <a:gd name="connsiteX112" fmla="*/ 4505583 w 4693698"/>
              <a:gd name="connsiteY112" fmla="*/ 5426075 h 6858000"/>
              <a:gd name="connsiteX113" fmla="*/ 4503903 w 4693698"/>
              <a:gd name="connsiteY113" fmla="*/ 5494337 h 6858000"/>
              <a:gd name="connsiteX114" fmla="*/ 4505583 w 4693698"/>
              <a:gd name="connsiteY114" fmla="*/ 5562600 h 6858000"/>
              <a:gd name="connsiteX115" fmla="*/ 4515661 w 4693698"/>
              <a:gd name="connsiteY115" fmla="*/ 5622925 h 6858000"/>
              <a:gd name="connsiteX116" fmla="*/ 4525739 w 4693698"/>
              <a:gd name="connsiteY116" fmla="*/ 5675312 h 6858000"/>
              <a:gd name="connsiteX117" fmla="*/ 4540854 w 4693698"/>
              <a:gd name="connsiteY117" fmla="*/ 5721350 h 6858000"/>
              <a:gd name="connsiteX118" fmla="*/ 4559330 w 4693698"/>
              <a:gd name="connsiteY118" fmla="*/ 5762625 h 6858000"/>
              <a:gd name="connsiteX119" fmla="*/ 4577806 w 4693698"/>
              <a:gd name="connsiteY119" fmla="*/ 5802312 h 6858000"/>
              <a:gd name="connsiteX120" fmla="*/ 4597961 w 4693698"/>
              <a:gd name="connsiteY120" fmla="*/ 5840412 h 6858000"/>
              <a:gd name="connsiteX121" fmla="*/ 4618116 w 4693698"/>
              <a:gd name="connsiteY121" fmla="*/ 5876925 h 6858000"/>
              <a:gd name="connsiteX122" fmla="*/ 4638271 w 4693698"/>
              <a:gd name="connsiteY122" fmla="*/ 5915025 h 6858000"/>
              <a:gd name="connsiteX123" fmla="*/ 4655067 w 4693698"/>
              <a:gd name="connsiteY123" fmla="*/ 5956300 h 6858000"/>
              <a:gd name="connsiteX124" fmla="*/ 4670184 w 4693698"/>
              <a:gd name="connsiteY124" fmla="*/ 6003925 h 6858000"/>
              <a:gd name="connsiteX125" fmla="*/ 4681941 w 4693698"/>
              <a:gd name="connsiteY125" fmla="*/ 6056312 h 6858000"/>
              <a:gd name="connsiteX126" fmla="*/ 4690339 w 4693698"/>
              <a:gd name="connsiteY126" fmla="*/ 6113462 h 6858000"/>
              <a:gd name="connsiteX127" fmla="*/ 4693698 w 4693698"/>
              <a:gd name="connsiteY127" fmla="*/ 6183312 h 6858000"/>
              <a:gd name="connsiteX128" fmla="*/ 4690339 w 4693698"/>
              <a:gd name="connsiteY128" fmla="*/ 6251575 h 6858000"/>
              <a:gd name="connsiteX129" fmla="*/ 4681941 w 4693698"/>
              <a:gd name="connsiteY129" fmla="*/ 6311900 h 6858000"/>
              <a:gd name="connsiteX130" fmla="*/ 4670184 w 4693698"/>
              <a:gd name="connsiteY130" fmla="*/ 6361112 h 6858000"/>
              <a:gd name="connsiteX131" fmla="*/ 4655067 w 4693698"/>
              <a:gd name="connsiteY131" fmla="*/ 6407150 h 6858000"/>
              <a:gd name="connsiteX132" fmla="*/ 4638271 w 4693698"/>
              <a:gd name="connsiteY132" fmla="*/ 6448425 h 6858000"/>
              <a:gd name="connsiteX133" fmla="*/ 4619796 w 4693698"/>
              <a:gd name="connsiteY133" fmla="*/ 6488112 h 6858000"/>
              <a:gd name="connsiteX134" fmla="*/ 4601320 w 4693698"/>
              <a:gd name="connsiteY134" fmla="*/ 6523037 h 6858000"/>
              <a:gd name="connsiteX135" fmla="*/ 4581165 w 4693698"/>
              <a:gd name="connsiteY135" fmla="*/ 6561137 h 6858000"/>
              <a:gd name="connsiteX136" fmla="*/ 4561010 w 4693698"/>
              <a:gd name="connsiteY136" fmla="*/ 6597650 h 6858000"/>
              <a:gd name="connsiteX137" fmla="*/ 4544214 w 4693698"/>
              <a:gd name="connsiteY137" fmla="*/ 6640512 h 6858000"/>
              <a:gd name="connsiteX138" fmla="*/ 4527418 w 4693698"/>
              <a:gd name="connsiteY138" fmla="*/ 6683375 h 6858000"/>
              <a:gd name="connsiteX139" fmla="*/ 4517340 w 4693698"/>
              <a:gd name="connsiteY139" fmla="*/ 6735762 h 6858000"/>
              <a:gd name="connsiteX140" fmla="*/ 4508943 w 4693698"/>
              <a:gd name="connsiteY140" fmla="*/ 6791325 h 6858000"/>
              <a:gd name="connsiteX141" fmla="*/ 4503903 w 4693698"/>
              <a:gd name="connsiteY141" fmla="*/ 6858000 h 6858000"/>
              <a:gd name="connsiteX142" fmla="*/ 1582057 w 4693698"/>
              <a:gd name="connsiteY142" fmla="*/ 6858000 h 6858000"/>
              <a:gd name="connsiteX143" fmla="*/ 420914 w 4693698"/>
              <a:gd name="connsiteY143" fmla="*/ 6858000 h 6858000"/>
              <a:gd name="connsiteX144" fmla="*/ 0 w 4693698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693698" h="6858000">
                <a:moveTo>
                  <a:pt x="0" y="0"/>
                </a:moveTo>
                <a:lnTo>
                  <a:pt x="420914" y="0"/>
                </a:lnTo>
                <a:lnTo>
                  <a:pt x="1582057" y="0"/>
                </a:lnTo>
                <a:lnTo>
                  <a:pt x="4503903" y="0"/>
                </a:lnTo>
                <a:lnTo>
                  <a:pt x="4508943" y="66675"/>
                </a:lnTo>
                <a:lnTo>
                  <a:pt x="4517340" y="122237"/>
                </a:lnTo>
                <a:lnTo>
                  <a:pt x="4527418" y="174625"/>
                </a:lnTo>
                <a:lnTo>
                  <a:pt x="4544214" y="217487"/>
                </a:lnTo>
                <a:lnTo>
                  <a:pt x="4561010" y="260350"/>
                </a:lnTo>
                <a:lnTo>
                  <a:pt x="4581165" y="296862"/>
                </a:lnTo>
                <a:lnTo>
                  <a:pt x="4601320" y="334962"/>
                </a:lnTo>
                <a:lnTo>
                  <a:pt x="4619796" y="369887"/>
                </a:lnTo>
                <a:lnTo>
                  <a:pt x="4638271" y="409575"/>
                </a:lnTo>
                <a:lnTo>
                  <a:pt x="4655067" y="450850"/>
                </a:lnTo>
                <a:lnTo>
                  <a:pt x="4670184" y="496887"/>
                </a:lnTo>
                <a:lnTo>
                  <a:pt x="4681941" y="546100"/>
                </a:lnTo>
                <a:lnTo>
                  <a:pt x="4690339" y="606425"/>
                </a:lnTo>
                <a:lnTo>
                  <a:pt x="4693698" y="673100"/>
                </a:lnTo>
                <a:lnTo>
                  <a:pt x="4690339" y="744537"/>
                </a:lnTo>
                <a:lnTo>
                  <a:pt x="4681941" y="801687"/>
                </a:lnTo>
                <a:lnTo>
                  <a:pt x="4670184" y="854075"/>
                </a:lnTo>
                <a:lnTo>
                  <a:pt x="4655067" y="901700"/>
                </a:lnTo>
                <a:lnTo>
                  <a:pt x="4638271" y="942975"/>
                </a:lnTo>
                <a:lnTo>
                  <a:pt x="4618116" y="981075"/>
                </a:lnTo>
                <a:lnTo>
                  <a:pt x="4597961" y="1017587"/>
                </a:lnTo>
                <a:lnTo>
                  <a:pt x="4577806" y="1055687"/>
                </a:lnTo>
                <a:lnTo>
                  <a:pt x="4559330" y="1095375"/>
                </a:lnTo>
                <a:lnTo>
                  <a:pt x="4540854" y="1136650"/>
                </a:lnTo>
                <a:lnTo>
                  <a:pt x="4525739" y="1182687"/>
                </a:lnTo>
                <a:lnTo>
                  <a:pt x="4515661" y="1235075"/>
                </a:lnTo>
                <a:lnTo>
                  <a:pt x="4505583" y="1295400"/>
                </a:lnTo>
                <a:lnTo>
                  <a:pt x="4503903" y="1363662"/>
                </a:lnTo>
                <a:lnTo>
                  <a:pt x="4505583" y="1431925"/>
                </a:lnTo>
                <a:lnTo>
                  <a:pt x="4515661" y="1492250"/>
                </a:lnTo>
                <a:lnTo>
                  <a:pt x="4525739" y="1544637"/>
                </a:lnTo>
                <a:lnTo>
                  <a:pt x="4540854" y="1589087"/>
                </a:lnTo>
                <a:lnTo>
                  <a:pt x="4559330" y="1631950"/>
                </a:lnTo>
                <a:lnTo>
                  <a:pt x="4577806" y="1671637"/>
                </a:lnTo>
                <a:lnTo>
                  <a:pt x="4597961" y="1708150"/>
                </a:lnTo>
                <a:lnTo>
                  <a:pt x="4618116" y="1743075"/>
                </a:lnTo>
                <a:lnTo>
                  <a:pt x="4638271" y="1782762"/>
                </a:lnTo>
                <a:lnTo>
                  <a:pt x="4655067" y="1824037"/>
                </a:lnTo>
                <a:lnTo>
                  <a:pt x="4670184" y="1870075"/>
                </a:lnTo>
                <a:lnTo>
                  <a:pt x="4681941" y="1922462"/>
                </a:lnTo>
                <a:lnTo>
                  <a:pt x="4690339" y="1982787"/>
                </a:lnTo>
                <a:lnTo>
                  <a:pt x="4693698" y="2051050"/>
                </a:lnTo>
                <a:lnTo>
                  <a:pt x="4690339" y="2119312"/>
                </a:lnTo>
                <a:lnTo>
                  <a:pt x="4681941" y="2179637"/>
                </a:lnTo>
                <a:lnTo>
                  <a:pt x="4670184" y="2232025"/>
                </a:lnTo>
                <a:lnTo>
                  <a:pt x="4655067" y="2278062"/>
                </a:lnTo>
                <a:lnTo>
                  <a:pt x="4638271" y="2319337"/>
                </a:lnTo>
                <a:lnTo>
                  <a:pt x="4618116" y="2359025"/>
                </a:lnTo>
                <a:lnTo>
                  <a:pt x="4597961" y="2395537"/>
                </a:lnTo>
                <a:lnTo>
                  <a:pt x="4577806" y="2433637"/>
                </a:lnTo>
                <a:lnTo>
                  <a:pt x="4559330" y="2471737"/>
                </a:lnTo>
                <a:lnTo>
                  <a:pt x="4540854" y="2513012"/>
                </a:lnTo>
                <a:lnTo>
                  <a:pt x="4525739" y="2560637"/>
                </a:lnTo>
                <a:lnTo>
                  <a:pt x="4515661" y="2613025"/>
                </a:lnTo>
                <a:lnTo>
                  <a:pt x="4505583" y="2671762"/>
                </a:lnTo>
                <a:lnTo>
                  <a:pt x="4503903" y="2741612"/>
                </a:lnTo>
                <a:lnTo>
                  <a:pt x="4505583" y="2809875"/>
                </a:lnTo>
                <a:lnTo>
                  <a:pt x="4515661" y="2868612"/>
                </a:lnTo>
                <a:lnTo>
                  <a:pt x="4525739" y="2922587"/>
                </a:lnTo>
                <a:lnTo>
                  <a:pt x="4540854" y="2967037"/>
                </a:lnTo>
                <a:lnTo>
                  <a:pt x="4559330" y="3009900"/>
                </a:lnTo>
                <a:lnTo>
                  <a:pt x="4577806" y="3046412"/>
                </a:lnTo>
                <a:lnTo>
                  <a:pt x="4597961" y="3084512"/>
                </a:lnTo>
                <a:lnTo>
                  <a:pt x="4618116" y="3121025"/>
                </a:lnTo>
                <a:lnTo>
                  <a:pt x="4638271" y="3160712"/>
                </a:lnTo>
                <a:lnTo>
                  <a:pt x="4655067" y="3201987"/>
                </a:lnTo>
                <a:lnTo>
                  <a:pt x="4670184" y="3248025"/>
                </a:lnTo>
                <a:lnTo>
                  <a:pt x="4681941" y="3300412"/>
                </a:lnTo>
                <a:lnTo>
                  <a:pt x="4690339" y="3360737"/>
                </a:lnTo>
                <a:lnTo>
                  <a:pt x="4693698" y="3427412"/>
                </a:lnTo>
                <a:lnTo>
                  <a:pt x="4690339" y="3497262"/>
                </a:lnTo>
                <a:lnTo>
                  <a:pt x="4681941" y="3557587"/>
                </a:lnTo>
                <a:lnTo>
                  <a:pt x="4670184" y="3609975"/>
                </a:lnTo>
                <a:lnTo>
                  <a:pt x="4655067" y="3656012"/>
                </a:lnTo>
                <a:lnTo>
                  <a:pt x="4638271" y="3697287"/>
                </a:lnTo>
                <a:lnTo>
                  <a:pt x="4618116" y="3736975"/>
                </a:lnTo>
                <a:lnTo>
                  <a:pt x="4577806" y="3811587"/>
                </a:lnTo>
                <a:lnTo>
                  <a:pt x="4559330" y="3848100"/>
                </a:lnTo>
                <a:lnTo>
                  <a:pt x="4540854" y="3890962"/>
                </a:lnTo>
                <a:lnTo>
                  <a:pt x="4525739" y="3935412"/>
                </a:lnTo>
                <a:lnTo>
                  <a:pt x="4515661" y="3987800"/>
                </a:lnTo>
                <a:lnTo>
                  <a:pt x="4505583" y="4048125"/>
                </a:lnTo>
                <a:lnTo>
                  <a:pt x="4503903" y="4116387"/>
                </a:lnTo>
                <a:lnTo>
                  <a:pt x="4505583" y="4186237"/>
                </a:lnTo>
                <a:lnTo>
                  <a:pt x="4515661" y="4244975"/>
                </a:lnTo>
                <a:lnTo>
                  <a:pt x="4525739" y="4297362"/>
                </a:lnTo>
                <a:lnTo>
                  <a:pt x="4540854" y="4343400"/>
                </a:lnTo>
                <a:lnTo>
                  <a:pt x="4559330" y="4386262"/>
                </a:lnTo>
                <a:lnTo>
                  <a:pt x="4577806" y="4424362"/>
                </a:lnTo>
                <a:lnTo>
                  <a:pt x="4618116" y="4498975"/>
                </a:lnTo>
                <a:lnTo>
                  <a:pt x="4638271" y="4537075"/>
                </a:lnTo>
                <a:lnTo>
                  <a:pt x="4655067" y="4579937"/>
                </a:lnTo>
                <a:lnTo>
                  <a:pt x="4670184" y="4625975"/>
                </a:lnTo>
                <a:lnTo>
                  <a:pt x="4681941" y="4678362"/>
                </a:lnTo>
                <a:lnTo>
                  <a:pt x="4690339" y="4738687"/>
                </a:lnTo>
                <a:lnTo>
                  <a:pt x="4693698" y="4806950"/>
                </a:lnTo>
                <a:lnTo>
                  <a:pt x="4690339" y="4875212"/>
                </a:lnTo>
                <a:lnTo>
                  <a:pt x="4681941" y="4935537"/>
                </a:lnTo>
                <a:lnTo>
                  <a:pt x="4670184" y="4987925"/>
                </a:lnTo>
                <a:lnTo>
                  <a:pt x="4655067" y="5033962"/>
                </a:lnTo>
                <a:lnTo>
                  <a:pt x="4638271" y="5075237"/>
                </a:lnTo>
                <a:lnTo>
                  <a:pt x="4618116" y="5114925"/>
                </a:lnTo>
                <a:lnTo>
                  <a:pt x="4597961" y="5149850"/>
                </a:lnTo>
                <a:lnTo>
                  <a:pt x="4577806" y="5186362"/>
                </a:lnTo>
                <a:lnTo>
                  <a:pt x="4559330" y="5226050"/>
                </a:lnTo>
                <a:lnTo>
                  <a:pt x="4540854" y="5268912"/>
                </a:lnTo>
                <a:lnTo>
                  <a:pt x="4525739" y="5313362"/>
                </a:lnTo>
                <a:lnTo>
                  <a:pt x="4515661" y="5365750"/>
                </a:lnTo>
                <a:lnTo>
                  <a:pt x="4505583" y="5426075"/>
                </a:lnTo>
                <a:lnTo>
                  <a:pt x="4503903" y="5494337"/>
                </a:lnTo>
                <a:lnTo>
                  <a:pt x="4505583" y="5562600"/>
                </a:lnTo>
                <a:lnTo>
                  <a:pt x="4515661" y="5622925"/>
                </a:lnTo>
                <a:lnTo>
                  <a:pt x="4525739" y="5675312"/>
                </a:lnTo>
                <a:lnTo>
                  <a:pt x="4540854" y="5721350"/>
                </a:lnTo>
                <a:lnTo>
                  <a:pt x="4559330" y="5762625"/>
                </a:lnTo>
                <a:lnTo>
                  <a:pt x="4577806" y="5802312"/>
                </a:lnTo>
                <a:lnTo>
                  <a:pt x="4597961" y="5840412"/>
                </a:lnTo>
                <a:lnTo>
                  <a:pt x="4618116" y="5876925"/>
                </a:lnTo>
                <a:lnTo>
                  <a:pt x="4638271" y="5915025"/>
                </a:lnTo>
                <a:lnTo>
                  <a:pt x="4655067" y="5956300"/>
                </a:lnTo>
                <a:lnTo>
                  <a:pt x="4670184" y="6003925"/>
                </a:lnTo>
                <a:lnTo>
                  <a:pt x="4681941" y="6056312"/>
                </a:lnTo>
                <a:lnTo>
                  <a:pt x="4690339" y="6113462"/>
                </a:lnTo>
                <a:lnTo>
                  <a:pt x="4693698" y="6183312"/>
                </a:lnTo>
                <a:lnTo>
                  <a:pt x="4690339" y="6251575"/>
                </a:lnTo>
                <a:lnTo>
                  <a:pt x="4681941" y="6311900"/>
                </a:lnTo>
                <a:lnTo>
                  <a:pt x="4670184" y="6361112"/>
                </a:lnTo>
                <a:lnTo>
                  <a:pt x="4655067" y="6407150"/>
                </a:lnTo>
                <a:lnTo>
                  <a:pt x="4638271" y="6448425"/>
                </a:lnTo>
                <a:lnTo>
                  <a:pt x="4619796" y="6488112"/>
                </a:lnTo>
                <a:lnTo>
                  <a:pt x="4601320" y="6523037"/>
                </a:lnTo>
                <a:lnTo>
                  <a:pt x="4581165" y="6561137"/>
                </a:lnTo>
                <a:lnTo>
                  <a:pt x="4561010" y="6597650"/>
                </a:lnTo>
                <a:lnTo>
                  <a:pt x="4544214" y="6640512"/>
                </a:lnTo>
                <a:lnTo>
                  <a:pt x="4527418" y="6683375"/>
                </a:lnTo>
                <a:lnTo>
                  <a:pt x="4517340" y="6735762"/>
                </a:lnTo>
                <a:lnTo>
                  <a:pt x="4508943" y="6791325"/>
                </a:lnTo>
                <a:lnTo>
                  <a:pt x="4503903" y="6858000"/>
                </a:lnTo>
                <a:lnTo>
                  <a:pt x="1582057" y="6858000"/>
                </a:lnTo>
                <a:lnTo>
                  <a:pt x="42091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B9FAFB2-BEB5-4848-8018-BCAD99E2E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838076" cy="6858000"/>
          </a:xfrm>
          <a:custGeom>
            <a:avLst/>
            <a:gdLst>
              <a:gd name="connsiteX0" fmla="*/ 4838076 w 4838076"/>
              <a:gd name="connsiteY0" fmla="*/ 0 h 6858000"/>
              <a:gd name="connsiteX1" fmla="*/ 4417162 w 4838076"/>
              <a:gd name="connsiteY1" fmla="*/ 0 h 6858000"/>
              <a:gd name="connsiteX2" fmla="*/ 3459219 w 4838076"/>
              <a:gd name="connsiteY2" fmla="*/ 0 h 6858000"/>
              <a:gd name="connsiteX3" fmla="*/ 334174 w 4838076"/>
              <a:gd name="connsiteY3" fmla="*/ 0 h 6858000"/>
              <a:gd name="connsiteX4" fmla="*/ 334173 w 4838076"/>
              <a:gd name="connsiteY4" fmla="*/ 0 h 6858000"/>
              <a:gd name="connsiteX5" fmla="*/ 189795 w 4838076"/>
              <a:gd name="connsiteY5" fmla="*/ 0 h 6858000"/>
              <a:gd name="connsiteX6" fmla="*/ 184756 w 4838076"/>
              <a:gd name="connsiteY6" fmla="*/ 66675 h 6858000"/>
              <a:gd name="connsiteX7" fmla="*/ 176358 w 4838076"/>
              <a:gd name="connsiteY7" fmla="*/ 122237 h 6858000"/>
              <a:gd name="connsiteX8" fmla="*/ 166281 w 4838076"/>
              <a:gd name="connsiteY8" fmla="*/ 174625 h 6858000"/>
              <a:gd name="connsiteX9" fmla="*/ 149485 w 4838076"/>
              <a:gd name="connsiteY9" fmla="*/ 217487 h 6858000"/>
              <a:gd name="connsiteX10" fmla="*/ 132689 w 4838076"/>
              <a:gd name="connsiteY10" fmla="*/ 260350 h 6858000"/>
              <a:gd name="connsiteX11" fmla="*/ 112534 w 4838076"/>
              <a:gd name="connsiteY11" fmla="*/ 296862 h 6858000"/>
              <a:gd name="connsiteX12" fmla="*/ 92379 w 4838076"/>
              <a:gd name="connsiteY12" fmla="*/ 334962 h 6858000"/>
              <a:gd name="connsiteX13" fmla="*/ 73903 w 4838076"/>
              <a:gd name="connsiteY13" fmla="*/ 369887 h 6858000"/>
              <a:gd name="connsiteX14" fmla="*/ 55427 w 4838076"/>
              <a:gd name="connsiteY14" fmla="*/ 409575 h 6858000"/>
              <a:gd name="connsiteX15" fmla="*/ 38632 w 4838076"/>
              <a:gd name="connsiteY15" fmla="*/ 450850 h 6858000"/>
              <a:gd name="connsiteX16" fmla="*/ 23515 w 4838076"/>
              <a:gd name="connsiteY16" fmla="*/ 496887 h 6858000"/>
              <a:gd name="connsiteX17" fmla="*/ 11758 w 4838076"/>
              <a:gd name="connsiteY17" fmla="*/ 546100 h 6858000"/>
              <a:gd name="connsiteX18" fmla="*/ 3359 w 4838076"/>
              <a:gd name="connsiteY18" fmla="*/ 606425 h 6858000"/>
              <a:gd name="connsiteX19" fmla="*/ 0 w 4838076"/>
              <a:gd name="connsiteY19" fmla="*/ 673100 h 6858000"/>
              <a:gd name="connsiteX20" fmla="*/ 3359 w 4838076"/>
              <a:gd name="connsiteY20" fmla="*/ 744537 h 6858000"/>
              <a:gd name="connsiteX21" fmla="*/ 11758 w 4838076"/>
              <a:gd name="connsiteY21" fmla="*/ 801687 h 6858000"/>
              <a:gd name="connsiteX22" fmla="*/ 23515 w 4838076"/>
              <a:gd name="connsiteY22" fmla="*/ 854075 h 6858000"/>
              <a:gd name="connsiteX23" fmla="*/ 38632 w 4838076"/>
              <a:gd name="connsiteY23" fmla="*/ 901700 h 6858000"/>
              <a:gd name="connsiteX24" fmla="*/ 55427 w 4838076"/>
              <a:gd name="connsiteY24" fmla="*/ 942975 h 6858000"/>
              <a:gd name="connsiteX25" fmla="*/ 75583 w 4838076"/>
              <a:gd name="connsiteY25" fmla="*/ 981075 h 6858000"/>
              <a:gd name="connsiteX26" fmla="*/ 95738 w 4838076"/>
              <a:gd name="connsiteY26" fmla="*/ 1017587 h 6858000"/>
              <a:gd name="connsiteX27" fmla="*/ 115893 w 4838076"/>
              <a:gd name="connsiteY27" fmla="*/ 1055687 h 6858000"/>
              <a:gd name="connsiteX28" fmla="*/ 134368 w 4838076"/>
              <a:gd name="connsiteY28" fmla="*/ 1095375 h 6858000"/>
              <a:gd name="connsiteX29" fmla="*/ 152844 w 4838076"/>
              <a:gd name="connsiteY29" fmla="*/ 1136650 h 6858000"/>
              <a:gd name="connsiteX30" fmla="*/ 167960 w 4838076"/>
              <a:gd name="connsiteY30" fmla="*/ 1182687 h 6858000"/>
              <a:gd name="connsiteX31" fmla="*/ 178038 w 4838076"/>
              <a:gd name="connsiteY31" fmla="*/ 1235075 h 6858000"/>
              <a:gd name="connsiteX32" fmla="*/ 188115 w 4838076"/>
              <a:gd name="connsiteY32" fmla="*/ 1295400 h 6858000"/>
              <a:gd name="connsiteX33" fmla="*/ 189795 w 4838076"/>
              <a:gd name="connsiteY33" fmla="*/ 1363662 h 6858000"/>
              <a:gd name="connsiteX34" fmla="*/ 188115 w 4838076"/>
              <a:gd name="connsiteY34" fmla="*/ 1431925 h 6858000"/>
              <a:gd name="connsiteX35" fmla="*/ 178038 w 4838076"/>
              <a:gd name="connsiteY35" fmla="*/ 1492250 h 6858000"/>
              <a:gd name="connsiteX36" fmla="*/ 167960 w 4838076"/>
              <a:gd name="connsiteY36" fmla="*/ 1544637 h 6858000"/>
              <a:gd name="connsiteX37" fmla="*/ 152844 w 4838076"/>
              <a:gd name="connsiteY37" fmla="*/ 1589087 h 6858000"/>
              <a:gd name="connsiteX38" fmla="*/ 134368 w 4838076"/>
              <a:gd name="connsiteY38" fmla="*/ 1631950 h 6858000"/>
              <a:gd name="connsiteX39" fmla="*/ 115893 w 4838076"/>
              <a:gd name="connsiteY39" fmla="*/ 1671637 h 6858000"/>
              <a:gd name="connsiteX40" fmla="*/ 95738 w 4838076"/>
              <a:gd name="connsiteY40" fmla="*/ 1708150 h 6858000"/>
              <a:gd name="connsiteX41" fmla="*/ 75583 w 4838076"/>
              <a:gd name="connsiteY41" fmla="*/ 1743075 h 6858000"/>
              <a:gd name="connsiteX42" fmla="*/ 55427 w 4838076"/>
              <a:gd name="connsiteY42" fmla="*/ 1782762 h 6858000"/>
              <a:gd name="connsiteX43" fmla="*/ 38632 w 4838076"/>
              <a:gd name="connsiteY43" fmla="*/ 1824037 h 6858000"/>
              <a:gd name="connsiteX44" fmla="*/ 23515 w 4838076"/>
              <a:gd name="connsiteY44" fmla="*/ 1870075 h 6858000"/>
              <a:gd name="connsiteX45" fmla="*/ 11758 w 4838076"/>
              <a:gd name="connsiteY45" fmla="*/ 1922462 h 6858000"/>
              <a:gd name="connsiteX46" fmla="*/ 3359 w 4838076"/>
              <a:gd name="connsiteY46" fmla="*/ 1982787 h 6858000"/>
              <a:gd name="connsiteX47" fmla="*/ 0 w 4838076"/>
              <a:gd name="connsiteY47" fmla="*/ 2051050 h 6858000"/>
              <a:gd name="connsiteX48" fmla="*/ 3359 w 4838076"/>
              <a:gd name="connsiteY48" fmla="*/ 2119312 h 6858000"/>
              <a:gd name="connsiteX49" fmla="*/ 11758 w 4838076"/>
              <a:gd name="connsiteY49" fmla="*/ 2179637 h 6858000"/>
              <a:gd name="connsiteX50" fmla="*/ 23515 w 4838076"/>
              <a:gd name="connsiteY50" fmla="*/ 2232025 h 6858000"/>
              <a:gd name="connsiteX51" fmla="*/ 38632 w 4838076"/>
              <a:gd name="connsiteY51" fmla="*/ 2278062 h 6858000"/>
              <a:gd name="connsiteX52" fmla="*/ 55427 w 4838076"/>
              <a:gd name="connsiteY52" fmla="*/ 2319337 h 6858000"/>
              <a:gd name="connsiteX53" fmla="*/ 75583 w 4838076"/>
              <a:gd name="connsiteY53" fmla="*/ 2359025 h 6858000"/>
              <a:gd name="connsiteX54" fmla="*/ 95738 w 4838076"/>
              <a:gd name="connsiteY54" fmla="*/ 2395537 h 6858000"/>
              <a:gd name="connsiteX55" fmla="*/ 115893 w 4838076"/>
              <a:gd name="connsiteY55" fmla="*/ 2433637 h 6858000"/>
              <a:gd name="connsiteX56" fmla="*/ 134368 w 4838076"/>
              <a:gd name="connsiteY56" fmla="*/ 2471737 h 6858000"/>
              <a:gd name="connsiteX57" fmla="*/ 152844 w 4838076"/>
              <a:gd name="connsiteY57" fmla="*/ 2513012 h 6858000"/>
              <a:gd name="connsiteX58" fmla="*/ 167960 w 4838076"/>
              <a:gd name="connsiteY58" fmla="*/ 2560637 h 6858000"/>
              <a:gd name="connsiteX59" fmla="*/ 178038 w 4838076"/>
              <a:gd name="connsiteY59" fmla="*/ 2613025 h 6858000"/>
              <a:gd name="connsiteX60" fmla="*/ 188115 w 4838076"/>
              <a:gd name="connsiteY60" fmla="*/ 2671762 h 6858000"/>
              <a:gd name="connsiteX61" fmla="*/ 189795 w 4838076"/>
              <a:gd name="connsiteY61" fmla="*/ 2741612 h 6858000"/>
              <a:gd name="connsiteX62" fmla="*/ 188115 w 4838076"/>
              <a:gd name="connsiteY62" fmla="*/ 2809875 h 6858000"/>
              <a:gd name="connsiteX63" fmla="*/ 178038 w 4838076"/>
              <a:gd name="connsiteY63" fmla="*/ 2868612 h 6858000"/>
              <a:gd name="connsiteX64" fmla="*/ 167960 w 4838076"/>
              <a:gd name="connsiteY64" fmla="*/ 2922587 h 6858000"/>
              <a:gd name="connsiteX65" fmla="*/ 152844 w 4838076"/>
              <a:gd name="connsiteY65" fmla="*/ 2967037 h 6858000"/>
              <a:gd name="connsiteX66" fmla="*/ 134368 w 4838076"/>
              <a:gd name="connsiteY66" fmla="*/ 3009900 h 6858000"/>
              <a:gd name="connsiteX67" fmla="*/ 115893 w 4838076"/>
              <a:gd name="connsiteY67" fmla="*/ 3046412 h 6858000"/>
              <a:gd name="connsiteX68" fmla="*/ 95738 w 4838076"/>
              <a:gd name="connsiteY68" fmla="*/ 3084512 h 6858000"/>
              <a:gd name="connsiteX69" fmla="*/ 75583 w 4838076"/>
              <a:gd name="connsiteY69" fmla="*/ 3121025 h 6858000"/>
              <a:gd name="connsiteX70" fmla="*/ 55427 w 4838076"/>
              <a:gd name="connsiteY70" fmla="*/ 3160712 h 6858000"/>
              <a:gd name="connsiteX71" fmla="*/ 38632 w 4838076"/>
              <a:gd name="connsiteY71" fmla="*/ 3201987 h 6858000"/>
              <a:gd name="connsiteX72" fmla="*/ 23515 w 4838076"/>
              <a:gd name="connsiteY72" fmla="*/ 3248025 h 6858000"/>
              <a:gd name="connsiteX73" fmla="*/ 11758 w 4838076"/>
              <a:gd name="connsiteY73" fmla="*/ 3300412 h 6858000"/>
              <a:gd name="connsiteX74" fmla="*/ 3359 w 4838076"/>
              <a:gd name="connsiteY74" fmla="*/ 3360737 h 6858000"/>
              <a:gd name="connsiteX75" fmla="*/ 0 w 4838076"/>
              <a:gd name="connsiteY75" fmla="*/ 3427412 h 6858000"/>
              <a:gd name="connsiteX76" fmla="*/ 3359 w 4838076"/>
              <a:gd name="connsiteY76" fmla="*/ 3497262 h 6858000"/>
              <a:gd name="connsiteX77" fmla="*/ 11758 w 4838076"/>
              <a:gd name="connsiteY77" fmla="*/ 3557587 h 6858000"/>
              <a:gd name="connsiteX78" fmla="*/ 23515 w 4838076"/>
              <a:gd name="connsiteY78" fmla="*/ 3609975 h 6858000"/>
              <a:gd name="connsiteX79" fmla="*/ 38632 w 4838076"/>
              <a:gd name="connsiteY79" fmla="*/ 3656012 h 6858000"/>
              <a:gd name="connsiteX80" fmla="*/ 55427 w 4838076"/>
              <a:gd name="connsiteY80" fmla="*/ 3697287 h 6858000"/>
              <a:gd name="connsiteX81" fmla="*/ 75583 w 4838076"/>
              <a:gd name="connsiteY81" fmla="*/ 3736975 h 6858000"/>
              <a:gd name="connsiteX82" fmla="*/ 115893 w 4838076"/>
              <a:gd name="connsiteY82" fmla="*/ 3811587 h 6858000"/>
              <a:gd name="connsiteX83" fmla="*/ 134368 w 4838076"/>
              <a:gd name="connsiteY83" fmla="*/ 3848100 h 6858000"/>
              <a:gd name="connsiteX84" fmla="*/ 152844 w 4838076"/>
              <a:gd name="connsiteY84" fmla="*/ 3890962 h 6858000"/>
              <a:gd name="connsiteX85" fmla="*/ 167960 w 4838076"/>
              <a:gd name="connsiteY85" fmla="*/ 3935412 h 6858000"/>
              <a:gd name="connsiteX86" fmla="*/ 178038 w 4838076"/>
              <a:gd name="connsiteY86" fmla="*/ 3987800 h 6858000"/>
              <a:gd name="connsiteX87" fmla="*/ 188115 w 4838076"/>
              <a:gd name="connsiteY87" fmla="*/ 4048125 h 6858000"/>
              <a:gd name="connsiteX88" fmla="*/ 189795 w 4838076"/>
              <a:gd name="connsiteY88" fmla="*/ 4116387 h 6858000"/>
              <a:gd name="connsiteX89" fmla="*/ 188115 w 4838076"/>
              <a:gd name="connsiteY89" fmla="*/ 4186237 h 6858000"/>
              <a:gd name="connsiteX90" fmla="*/ 178038 w 4838076"/>
              <a:gd name="connsiteY90" fmla="*/ 4244975 h 6858000"/>
              <a:gd name="connsiteX91" fmla="*/ 167960 w 4838076"/>
              <a:gd name="connsiteY91" fmla="*/ 4297362 h 6858000"/>
              <a:gd name="connsiteX92" fmla="*/ 152844 w 4838076"/>
              <a:gd name="connsiteY92" fmla="*/ 4343400 h 6858000"/>
              <a:gd name="connsiteX93" fmla="*/ 134368 w 4838076"/>
              <a:gd name="connsiteY93" fmla="*/ 4386262 h 6858000"/>
              <a:gd name="connsiteX94" fmla="*/ 115893 w 4838076"/>
              <a:gd name="connsiteY94" fmla="*/ 4424362 h 6858000"/>
              <a:gd name="connsiteX95" fmla="*/ 75583 w 4838076"/>
              <a:gd name="connsiteY95" fmla="*/ 4498975 h 6858000"/>
              <a:gd name="connsiteX96" fmla="*/ 55427 w 4838076"/>
              <a:gd name="connsiteY96" fmla="*/ 4537075 h 6858000"/>
              <a:gd name="connsiteX97" fmla="*/ 38632 w 4838076"/>
              <a:gd name="connsiteY97" fmla="*/ 4579937 h 6858000"/>
              <a:gd name="connsiteX98" fmla="*/ 23515 w 4838076"/>
              <a:gd name="connsiteY98" fmla="*/ 4625975 h 6858000"/>
              <a:gd name="connsiteX99" fmla="*/ 11758 w 4838076"/>
              <a:gd name="connsiteY99" fmla="*/ 4678362 h 6858000"/>
              <a:gd name="connsiteX100" fmla="*/ 3359 w 4838076"/>
              <a:gd name="connsiteY100" fmla="*/ 4738687 h 6858000"/>
              <a:gd name="connsiteX101" fmla="*/ 0 w 4838076"/>
              <a:gd name="connsiteY101" fmla="*/ 4806950 h 6858000"/>
              <a:gd name="connsiteX102" fmla="*/ 3359 w 4838076"/>
              <a:gd name="connsiteY102" fmla="*/ 4875212 h 6858000"/>
              <a:gd name="connsiteX103" fmla="*/ 11758 w 4838076"/>
              <a:gd name="connsiteY103" fmla="*/ 4935537 h 6858000"/>
              <a:gd name="connsiteX104" fmla="*/ 23515 w 4838076"/>
              <a:gd name="connsiteY104" fmla="*/ 4987925 h 6858000"/>
              <a:gd name="connsiteX105" fmla="*/ 38632 w 4838076"/>
              <a:gd name="connsiteY105" fmla="*/ 5033962 h 6858000"/>
              <a:gd name="connsiteX106" fmla="*/ 55427 w 4838076"/>
              <a:gd name="connsiteY106" fmla="*/ 5075237 h 6858000"/>
              <a:gd name="connsiteX107" fmla="*/ 75583 w 4838076"/>
              <a:gd name="connsiteY107" fmla="*/ 5114925 h 6858000"/>
              <a:gd name="connsiteX108" fmla="*/ 95738 w 4838076"/>
              <a:gd name="connsiteY108" fmla="*/ 5149850 h 6858000"/>
              <a:gd name="connsiteX109" fmla="*/ 115893 w 4838076"/>
              <a:gd name="connsiteY109" fmla="*/ 5186362 h 6858000"/>
              <a:gd name="connsiteX110" fmla="*/ 134368 w 4838076"/>
              <a:gd name="connsiteY110" fmla="*/ 5226050 h 6858000"/>
              <a:gd name="connsiteX111" fmla="*/ 152844 w 4838076"/>
              <a:gd name="connsiteY111" fmla="*/ 5268912 h 6858000"/>
              <a:gd name="connsiteX112" fmla="*/ 167960 w 4838076"/>
              <a:gd name="connsiteY112" fmla="*/ 5313362 h 6858000"/>
              <a:gd name="connsiteX113" fmla="*/ 178038 w 4838076"/>
              <a:gd name="connsiteY113" fmla="*/ 5365750 h 6858000"/>
              <a:gd name="connsiteX114" fmla="*/ 188115 w 4838076"/>
              <a:gd name="connsiteY114" fmla="*/ 5426075 h 6858000"/>
              <a:gd name="connsiteX115" fmla="*/ 189795 w 4838076"/>
              <a:gd name="connsiteY115" fmla="*/ 5494337 h 6858000"/>
              <a:gd name="connsiteX116" fmla="*/ 188115 w 4838076"/>
              <a:gd name="connsiteY116" fmla="*/ 5562600 h 6858000"/>
              <a:gd name="connsiteX117" fmla="*/ 178038 w 4838076"/>
              <a:gd name="connsiteY117" fmla="*/ 5622925 h 6858000"/>
              <a:gd name="connsiteX118" fmla="*/ 167960 w 4838076"/>
              <a:gd name="connsiteY118" fmla="*/ 5675312 h 6858000"/>
              <a:gd name="connsiteX119" fmla="*/ 152844 w 4838076"/>
              <a:gd name="connsiteY119" fmla="*/ 5721350 h 6858000"/>
              <a:gd name="connsiteX120" fmla="*/ 134368 w 4838076"/>
              <a:gd name="connsiteY120" fmla="*/ 5762625 h 6858000"/>
              <a:gd name="connsiteX121" fmla="*/ 115893 w 4838076"/>
              <a:gd name="connsiteY121" fmla="*/ 5802312 h 6858000"/>
              <a:gd name="connsiteX122" fmla="*/ 95738 w 4838076"/>
              <a:gd name="connsiteY122" fmla="*/ 5840412 h 6858000"/>
              <a:gd name="connsiteX123" fmla="*/ 75583 w 4838076"/>
              <a:gd name="connsiteY123" fmla="*/ 5876925 h 6858000"/>
              <a:gd name="connsiteX124" fmla="*/ 55427 w 4838076"/>
              <a:gd name="connsiteY124" fmla="*/ 5915025 h 6858000"/>
              <a:gd name="connsiteX125" fmla="*/ 38632 w 4838076"/>
              <a:gd name="connsiteY125" fmla="*/ 5956300 h 6858000"/>
              <a:gd name="connsiteX126" fmla="*/ 23515 w 4838076"/>
              <a:gd name="connsiteY126" fmla="*/ 6003925 h 6858000"/>
              <a:gd name="connsiteX127" fmla="*/ 11758 w 4838076"/>
              <a:gd name="connsiteY127" fmla="*/ 6056312 h 6858000"/>
              <a:gd name="connsiteX128" fmla="*/ 3359 w 4838076"/>
              <a:gd name="connsiteY128" fmla="*/ 6113462 h 6858000"/>
              <a:gd name="connsiteX129" fmla="*/ 0 w 4838076"/>
              <a:gd name="connsiteY129" fmla="*/ 6183312 h 6858000"/>
              <a:gd name="connsiteX130" fmla="*/ 3359 w 4838076"/>
              <a:gd name="connsiteY130" fmla="*/ 6251575 h 6858000"/>
              <a:gd name="connsiteX131" fmla="*/ 11758 w 4838076"/>
              <a:gd name="connsiteY131" fmla="*/ 6311900 h 6858000"/>
              <a:gd name="connsiteX132" fmla="*/ 23515 w 4838076"/>
              <a:gd name="connsiteY132" fmla="*/ 6361112 h 6858000"/>
              <a:gd name="connsiteX133" fmla="*/ 38632 w 4838076"/>
              <a:gd name="connsiteY133" fmla="*/ 6407150 h 6858000"/>
              <a:gd name="connsiteX134" fmla="*/ 55427 w 4838076"/>
              <a:gd name="connsiteY134" fmla="*/ 6448425 h 6858000"/>
              <a:gd name="connsiteX135" fmla="*/ 73903 w 4838076"/>
              <a:gd name="connsiteY135" fmla="*/ 6488112 h 6858000"/>
              <a:gd name="connsiteX136" fmla="*/ 92379 w 4838076"/>
              <a:gd name="connsiteY136" fmla="*/ 6523037 h 6858000"/>
              <a:gd name="connsiteX137" fmla="*/ 112534 w 4838076"/>
              <a:gd name="connsiteY137" fmla="*/ 6561137 h 6858000"/>
              <a:gd name="connsiteX138" fmla="*/ 132689 w 4838076"/>
              <a:gd name="connsiteY138" fmla="*/ 6597650 h 6858000"/>
              <a:gd name="connsiteX139" fmla="*/ 149485 w 4838076"/>
              <a:gd name="connsiteY139" fmla="*/ 6640512 h 6858000"/>
              <a:gd name="connsiteX140" fmla="*/ 166281 w 4838076"/>
              <a:gd name="connsiteY140" fmla="*/ 6683375 h 6858000"/>
              <a:gd name="connsiteX141" fmla="*/ 176358 w 4838076"/>
              <a:gd name="connsiteY141" fmla="*/ 6735762 h 6858000"/>
              <a:gd name="connsiteX142" fmla="*/ 184756 w 4838076"/>
              <a:gd name="connsiteY142" fmla="*/ 6791325 h 6858000"/>
              <a:gd name="connsiteX143" fmla="*/ 189795 w 4838076"/>
              <a:gd name="connsiteY143" fmla="*/ 6858000 h 6858000"/>
              <a:gd name="connsiteX144" fmla="*/ 334173 w 4838076"/>
              <a:gd name="connsiteY144" fmla="*/ 6858000 h 6858000"/>
              <a:gd name="connsiteX145" fmla="*/ 334174 w 4838076"/>
              <a:gd name="connsiteY145" fmla="*/ 6858000 h 6858000"/>
              <a:gd name="connsiteX146" fmla="*/ 3459219 w 4838076"/>
              <a:gd name="connsiteY146" fmla="*/ 6858000 h 6858000"/>
              <a:gd name="connsiteX147" fmla="*/ 4417162 w 4838076"/>
              <a:gd name="connsiteY147" fmla="*/ 6858000 h 6858000"/>
              <a:gd name="connsiteX148" fmla="*/ 4838076 w 4838076"/>
              <a:gd name="connsiteY14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</a:cxnLst>
            <a:rect l="l" t="t" r="r" b="b"/>
            <a:pathLst>
              <a:path w="4838076" h="6858000">
                <a:moveTo>
                  <a:pt x="4838076" y="0"/>
                </a:moveTo>
                <a:lnTo>
                  <a:pt x="4417162" y="0"/>
                </a:lnTo>
                <a:lnTo>
                  <a:pt x="3459219" y="0"/>
                </a:ln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3459219" y="6858000"/>
                </a:lnTo>
                <a:lnTo>
                  <a:pt x="4417162" y="6858000"/>
                </a:lnTo>
                <a:lnTo>
                  <a:pt x="4838076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F7513-A17B-1316-5A35-F4F5C69B8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51" y="662400"/>
            <a:ext cx="3384000" cy="14921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Features in Reservations(CRUD)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39F808-779D-B791-7BF8-61C33CE2E617}"/>
              </a:ext>
            </a:extLst>
          </p:cNvPr>
          <p:cNvSpPr txBox="1"/>
          <p:nvPr/>
        </p:nvSpPr>
        <p:spPr>
          <a:xfrm>
            <a:off x="765051" y="2286000"/>
            <a:ext cx="3384000" cy="384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>
                    <a:alpha val="60000"/>
                  </a:schemeClr>
                </a:solidFill>
              </a:rPr>
              <a:t>Create: Create date to tables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>
                    <a:alpha val="60000"/>
                  </a:schemeClr>
                </a:solidFill>
              </a:rPr>
              <a:t>Read: Read data from tables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>
                    <a:alpha val="60000"/>
                  </a:schemeClr>
                </a:solidFill>
              </a:rPr>
              <a:t>Update: Update data to tables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>
                    <a:alpha val="60000"/>
                  </a:schemeClr>
                </a:solidFill>
              </a:rPr>
              <a:t>Delete: Delete data to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D81B1-6E33-BD21-C4DC-A312AA945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905" y="438012"/>
            <a:ext cx="6014185" cy="2390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631274-B126-29AF-990D-F650736D0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382" y="3108134"/>
            <a:ext cx="5697887" cy="2554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2AAF35-3D82-8FF3-F2F2-E36ED3CA66C2}"/>
              </a:ext>
            </a:extLst>
          </p:cNvPr>
          <p:cNvSpPr txBox="1"/>
          <p:nvPr/>
        </p:nvSpPr>
        <p:spPr>
          <a:xfrm>
            <a:off x="5539409" y="5930348"/>
            <a:ext cx="4088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*Above is syntax implementing in JAVA, SQL query is written in GREEN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FB90E0-A139-E473-EE3D-81106D3D9E07}"/>
              </a:ext>
            </a:extLst>
          </p:cNvPr>
          <p:cNvSpPr txBox="1"/>
          <p:nvPr/>
        </p:nvSpPr>
        <p:spPr>
          <a:xfrm>
            <a:off x="514149" y="4005943"/>
            <a:ext cx="296713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6"/>
                </a:solidFill>
              </a:rPr>
              <a:t>UPDATE reservations </a:t>
            </a:r>
          </a:p>
          <a:p>
            <a:r>
              <a:rPr lang="en-US" sz="1050" dirty="0">
                <a:solidFill>
                  <a:schemeClr val="accent6"/>
                </a:solidFill>
              </a:rPr>
              <a:t>SET</a:t>
            </a:r>
          </a:p>
          <a:p>
            <a:r>
              <a:rPr lang="en-US" sz="1050" dirty="0" err="1">
                <a:solidFill>
                  <a:schemeClr val="accent6"/>
                </a:solidFill>
              </a:rPr>
              <a:t>resDAY</a:t>
            </a:r>
            <a:r>
              <a:rPr lang="en-US" sz="1050" dirty="0">
                <a:solidFill>
                  <a:schemeClr val="accent6"/>
                </a:solidFill>
              </a:rPr>
              <a:t> = ?,</a:t>
            </a:r>
          </a:p>
          <a:p>
            <a:r>
              <a:rPr lang="en-US" sz="1050" dirty="0" err="1">
                <a:solidFill>
                  <a:schemeClr val="accent6"/>
                </a:solidFill>
              </a:rPr>
              <a:t>resTime</a:t>
            </a:r>
            <a:r>
              <a:rPr lang="en-US" sz="1050" dirty="0">
                <a:solidFill>
                  <a:schemeClr val="accent6"/>
                </a:solidFill>
              </a:rPr>
              <a:t> = ?</a:t>
            </a:r>
          </a:p>
          <a:p>
            <a:r>
              <a:rPr lang="en-US" sz="1050" dirty="0" err="1">
                <a:solidFill>
                  <a:schemeClr val="accent6"/>
                </a:solidFill>
              </a:rPr>
              <a:t>partySize</a:t>
            </a:r>
            <a:r>
              <a:rPr lang="en-US" sz="1050" dirty="0">
                <a:solidFill>
                  <a:schemeClr val="accent6"/>
                </a:solidFill>
              </a:rPr>
              <a:t> = ?</a:t>
            </a:r>
          </a:p>
          <a:p>
            <a:r>
              <a:rPr lang="en-US" sz="1050" dirty="0">
                <a:solidFill>
                  <a:schemeClr val="accent6"/>
                </a:solidFill>
              </a:rPr>
              <a:t>WHERE RID =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C999A2-F691-954A-29F2-382600A2F7A5}"/>
              </a:ext>
            </a:extLst>
          </p:cNvPr>
          <p:cNvSpPr txBox="1"/>
          <p:nvPr/>
        </p:nvSpPr>
        <p:spPr>
          <a:xfrm>
            <a:off x="514149" y="5183788"/>
            <a:ext cx="296713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6"/>
                </a:solidFill>
              </a:rPr>
              <a:t>DELETE FROM reservations </a:t>
            </a:r>
          </a:p>
          <a:p>
            <a:r>
              <a:rPr lang="en-US" sz="1050" dirty="0">
                <a:solidFill>
                  <a:schemeClr val="accent6"/>
                </a:solidFill>
              </a:rPr>
              <a:t>WHERE RID = ?</a:t>
            </a:r>
          </a:p>
        </p:txBody>
      </p:sp>
    </p:spTree>
    <p:extLst>
      <p:ext uri="{BB962C8B-B14F-4D97-AF65-F5344CB8AC3E}">
        <p14:creationId xmlns:p14="http://schemas.microsoft.com/office/powerpoint/2010/main" val="913561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F4A7D-2E40-7BBF-1049-F8364F3A6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0" y="754778"/>
            <a:ext cx="5890683" cy="3460775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A5F043-28A8-B1DF-F26D-A1F974585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3877056" cy="22494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Example(Waitlist Interface)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9C81F6-81D5-4D9C-319A-B89158D51F32}"/>
              </a:ext>
            </a:extLst>
          </p:cNvPr>
          <p:cNvSpPr txBox="1"/>
          <p:nvPr/>
        </p:nvSpPr>
        <p:spPr>
          <a:xfrm>
            <a:off x="5689780" y="4361723"/>
            <a:ext cx="33257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Query: SELECT </a:t>
            </a:r>
          </a:p>
          <a:p>
            <a:r>
              <a:rPr lang="en-US" dirty="0">
                <a:solidFill>
                  <a:schemeClr val="accent6"/>
                </a:solidFill>
              </a:rPr>
              <a:t>* </a:t>
            </a:r>
          </a:p>
          <a:p>
            <a:r>
              <a:rPr lang="en-US" dirty="0">
                <a:solidFill>
                  <a:schemeClr val="accent6"/>
                </a:solidFill>
              </a:rPr>
              <a:t>FROM waitlist</a:t>
            </a:r>
          </a:p>
          <a:p>
            <a:r>
              <a:rPr lang="en-US" dirty="0">
                <a:solidFill>
                  <a:schemeClr val="accent6"/>
                </a:solidFill>
              </a:rPr>
              <a:t>LEFT JOIN customers USING(WID)</a:t>
            </a:r>
          </a:p>
          <a:p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A5A8F9-1846-94B4-768C-CF6EEC5A3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32" y="1599195"/>
            <a:ext cx="8110577" cy="4813124"/>
          </a:xfrm>
          <a:prstGeom prst="rect">
            <a:avLst/>
          </a:prstGeom>
        </p:spPr>
      </p:pic>
      <p:sp>
        <p:nvSpPr>
          <p:cNvPr id="15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2B5BAF-E6B9-E3DC-8263-0F70049BB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All data from customer's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916B4-22DB-D02A-2A73-E8372B23CD8F}"/>
              </a:ext>
            </a:extLst>
          </p:cNvPr>
          <p:cNvSpPr txBox="1"/>
          <p:nvPr/>
        </p:nvSpPr>
        <p:spPr>
          <a:xfrm>
            <a:off x="1914939" y="3260035"/>
            <a:ext cx="3293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Query: </a:t>
            </a:r>
          </a:p>
          <a:p>
            <a:r>
              <a:rPr lang="en-US" dirty="0">
                <a:solidFill>
                  <a:schemeClr val="accent6"/>
                </a:solidFill>
              </a:rPr>
              <a:t>SELECT * FROM customers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99A999-6842-7295-4EA6-2C6E174A0840}"/>
              </a:ext>
            </a:extLst>
          </p:cNvPr>
          <p:cNvSpPr/>
          <p:nvPr/>
        </p:nvSpPr>
        <p:spPr>
          <a:xfrm>
            <a:off x="1265583" y="1643270"/>
            <a:ext cx="7394713" cy="3246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F98A4D-C5A4-5037-8D90-2DEC042F6667}"/>
              </a:ext>
            </a:extLst>
          </p:cNvPr>
          <p:cNvSpPr/>
          <p:nvPr/>
        </p:nvSpPr>
        <p:spPr>
          <a:xfrm>
            <a:off x="1265582" y="6087641"/>
            <a:ext cx="7394713" cy="3246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75BCF3-A1FF-0734-99FC-6540BEE88396}"/>
              </a:ext>
            </a:extLst>
          </p:cNvPr>
          <p:cNvSpPr txBox="1"/>
          <p:nvPr/>
        </p:nvSpPr>
        <p:spPr>
          <a:xfrm>
            <a:off x="8789437" y="1643270"/>
            <a:ext cx="29780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Getting data from “</a:t>
            </a:r>
            <a:r>
              <a:rPr lang="en-US" dirty="0" err="1">
                <a:solidFill>
                  <a:srgbClr val="FF0000"/>
                </a:solidFill>
              </a:rPr>
              <a:t>rtable</a:t>
            </a:r>
            <a:r>
              <a:rPr lang="en-US" dirty="0">
                <a:solidFill>
                  <a:srgbClr val="FF0000"/>
                </a:solidFill>
              </a:rPr>
              <a:t>” table and “waiter” table:</a:t>
            </a:r>
          </a:p>
          <a:p>
            <a:r>
              <a:rPr lang="en-US" dirty="0">
                <a:solidFill>
                  <a:schemeClr val="accent6"/>
                </a:solidFill>
              </a:rPr>
              <a:t>SLECT  TID</a:t>
            </a:r>
          </a:p>
          <a:p>
            <a:r>
              <a:rPr lang="en-US" dirty="0">
                <a:solidFill>
                  <a:schemeClr val="accent6"/>
                </a:solidFill>
              </a:rPr>
              <a:t>FROM </a:t>
            </a:r>
            <a:r>
              <a:rPr lang="en-US" dirty="0" err="1">
                <a:solidFill>
                  <a:schemeClr val="accent6"/>
                </a:solidFill>
              </a:rPr>
              <a:t>rtable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LEFT JOIN </a:t>
            </a:r>
            <a:r>
              <a:rPr lang="en-US" dirty="0" err="1">
                <a:solidFill>
                  <a:schemeClr val="accent6"/>
                </a:solidFill>
              </a:rPr>
              <a:t>checkin</a:t>
            </a:r>
            <a:r>
              <a:rPr lang="en-US" dirty="0">
                <a:solidFill>
                  <a:schemeClr val="accent6"/>
                </a:solidFill>
              </a:rPr>
              <a:t> USING(TID)</a:t>
            </a:r>
          </a:p>
          <a:p>
            <a:r>
              <a:rPr lang="en-US" dirty="0">
                <a:solidFill>
                  <a:schemeClr val="accent6"/>
                </a:solidFill>
              </a:rPr>
              <a:t>WHERE </a:t>
            </a:r>
            <a:r>
              <a:rPr lang="en-US" dirty="0" err="1">
                <a:solidFill>
                  <a:schemeClr val="accent6"/>
                </a:solidFill>
              </a:rPr>
              <a:t>checkin.TID</a:t>
            </a:r>
            <a:r>
              <a:rPr lang="en-US" dirty="0">
                <a:solidFill>
                  <a:schemeClr val="accent6"/>
                </a:solidFill>
              </a:rPr>
              <a:t> IS NULL;</a:t>
            </a:r>
          </a:p>
          <a:p>
            <a:r>
              <a:rPr lang="en-US" dirty="0">
                <a:solidFill>
                  <a:srgbClr val="FF0000"/>
                </a:solidFill>
              </a:rPr>
              <a:t>(*Table will be out of the list when it is used)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SELECT </a:t>
            </a:r>
            <a:r>
              <a:rPr lang="en-US" dirty="0" err="1">
                <a:solidFill>
                  <a:schemeClr val="accent6"/>
                </a:solidFill>
              </a:rPr>
              <a:t>waiterID</a:t>
            </a:r>
            <a:r>
              <a:rPr lang="en-US" dirty="0">
                <a:solidFill>
                  <a:schemeClr val="accent6"/>
                </a:solidFill>
              </a:rPr>
              <a:t> FROM waiters;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4C8CD7-023D-5349-F2AA-AE514405ED47}"/>
              </a:ext>
            </a:extLst>
          </p:cNvPr>
          <p:cNvSpPr txBox="1"/>
          <p:nvPr/>
        </p:nvSpPr>
        <p:spPr>
          <a:xfrm>
            <a:off x="8789437" y="4646645"/>
            <a:ext cx="27340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dirty="0"/>
              <a:t>Insert customer information, TID, </a:t>
            </a:r>
            <a:r>
              <a:rPr lang="en-US" dirty="0" err="1"/>
              <a:t>waiterID</a:t>
            </a:r>
            <a:r>
              <a:rPr lang="en-US" dirty="0"/>
              <a:t> to “</a:t>
            </a:r>
            <a:r>
              <a:rPr lang="en-US" dirty="0" err="1"/>
              <a:t>checkin</a:t>
            </a:r>
            <a:r>
              <a:rPr lang="en-US" dirty="0"/>
              <a:t>” table:</a:t>
            </a:r>
          </a:p>
          <a:p>
            <a:pPr rtl="0"/>
            <a:r>
              <a:rPr lang="en-US" sz="1800" b="0" i="0" u="none" strike="noStrike" kern="1200" baseline="0" dirty="0">
                <a:solidFill>
                  <a:srgbClr val="067D17"/>
                </a:solidFill>
                <a:latin typeface="Arial Unicode MS"/>
              </a:rPr>
              <a:t>INSERT INTO </a:t>
            </a:r>
            <a:r>
              <a:rPr lang="en-US" sz="1800" b="0" i="0" u="none" strike="noStrike" kern="1200" baseline="0" dirty="0" err="1">
                <a:solidFill>
                  <a:srgbClr val="067D17"/>
                </a:solidFill>
                <a:latin typeface="Arial Unicode MS"/>
              </a:rPr>
              <a:t>checkin</a:t>
            </a:r>
            <a:r>
              <a:rPr lang="en-US" sz="1800" b="0" i="0" u="none" strike="noStrike" kern="1200" baseline="0" dirty="0">
                <a:solidFill>
                  <a:srgbClr val="067D17"/>
                </a:solidFill>
                <a:latin typeface="Arial Unicode MS"/>
              </a:rPr>
              <a:t>(TID, </a:t>
            </a:r>
            <a:r>
              <a:rPr lang="en-US" sz="1800" b="0" i="0" u="none" strike="noStrike" kern="1200" baseline="0" dirty="0" err="1">
                <a:solidFill>
                  <a:srgbClr val="067D17"/>
                </a:solidFill>
                <a:latin typeface="Arial Unicode MS"/>
              </a:rPr>
              <a:t>phoneN</a:t>
            </a:r>
            <a:r>
              <a:rPr lang="en-US" sz="1800" b="0" i="0" u="none" strike="noStrike" kern="1200" baseline="0" dirty="0">
                <a:solidFill>
                  <a:srgbClr val="067D17"/>
                </a:solidFill>
                <a:latin typeface="Arial Unicode MS"/>
              </a:rPr>
              <a:t>, </a:t>
            </a:r>
            <a:r>
              <a:rPr lang="en-US" sz="1800" b="0" i="0" u="none" strike="noStrike" kern="1200" baseline="0" dirty="0" err="1">
                <a:solidFill>
                  <a:srgbClr val="067D17"/>
                </a:solidFill>
                <a:latin typeface="Arial Unicode MS"/>
              </a:rPr>
              <a:t>waiterID</a:t>
            </a:r>
            <a:r>
              <a:rPr lang="en-US" sz="1800" b="0" i="0" u="none" strike="noStrike" kern="1200" baseline="0" dirty="0">
                <a:solidFill>
                  <a:srgbClr val="067D17"/>
                </a:solidFill>
                <a:latin typeface="Arial Unicode MS"/>
              </a:rPr>
              <a:t>) VALUES (?,?,?);</a:t>
            </a:r>
            <a:endParaRPr lang="en-US" sz="1800" b="0" i="0" u="none" strike="noStrike" kern="1200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730B473-F6A5-E384-23C8-E78D66CF3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205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08F09-2C8A-1EBC-F4DA-12B84501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Menu, orderitems, and orders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44311-8F54-4CAF-46B9-8962DADE6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3" y="1536123"/>
            <a:ext cx="4960947" cy="29298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B5F770-CEB6-2B23-EF9A-DB7FA2995F7C}"/>
              </a:ext>
            </a:extLst>
          </p:cNvPr>
          <p:cNvSpPr txBox="1"/>
          <p:nvPr/>
        </p:nvSpPr>
        <p:spPr>
          <a:xfrm>
            <a:off x="7858539" y="1736034"/>
            <a:ext cx="33660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“Menu” table: takes care of the </a:t>
            </a:r>
            <a:r>
              <a:rPr lang="en-US" dirty="0" err="1"/>
              <a:t>foodName</a:t>
            </a:r>
            <a:r>
              <a:rPr lang="en-US" dirty="0"/>
              <a:t> and FID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Orderitems</a:t>
            </a:r>
            <a:r>
              <a:rPr lang="en-US" dirty="0"/>
              <a:t>” table: takes care of all items with assigned OID</a:t>
            </a:r>
          </a:p>
          <a:p>
            <a:endParaRPr lang="en-US" dirty="0"/>
          </a:p>
          <a:p>
            <a:r>
              <a:rPr lang="en-US" dirty="0"/>
              <a:t>“Orders” table: collects OID and constrains to “</a:t>
            </a:r>
            <a:r>
              <a:rPr lang="en-US" dirty="0" err="1"/>
              <a:t>checkin</a:t>
            </a:r>
            <a:r>
              <a:rPr lang="en-US" dirty="0"/>
              <a:t>” tables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30682A-4309-0032-5343-F0C3B49BC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956" y="3326006"/>
            <a:ext cx="2402075" cy="307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9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A3D713-ED78-D2A7-D303-76060D9574C4}"/>
              </a:ext>
            </a:extLst>
          </p:cNvPr>
          <p:cNvCxnSpPr>
            <a:endCxn id="10" idx="0"/>
          </p:cNvCxnSpPr>
          <p:nvPr/>
        </p:nvCxnSpPr>
        <p:spPr>
          <a:xfrm>
            <a:off x="1530220" y="3109572"/>
            <a:ext cx="0" cy="319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0CB1C8-7341-8659-1CB0-9553AB4FB91F}"/>
              </a:ext>
            </a:extLst>
          </p:cNvPr>
          <p:cNvCxnSpPr/>
          <p:nvPr/>
        </p:nvCxnSpPr>
        <p:spPr>
          <a:xfrm>
            <a:off x="3635828" y="3109572"/>
            <a:ext cx="0" cy="319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22395A1-667F-4E56-4C65-7D1E1913B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9082D7-E32D-0201-3B7C-CE18E2D16D65}"/>
              </a:ext>
            </a:extLst>
          </p:cNvPr>
          <p:cNvSpPr/>
          <p:nvPr/>
        </p:nvSpPr>
        <p:spPr>
          <a:xfrm>
            <a:off x="5405534" y="2045882"/>
            <a:ext cx="1754155" cy="1063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Orders 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BDECFD-FD53-2875-E6F2-82CEB572A7F1}"/>
              </a:ext>
            </a:extLst>
          </p:cNvPr>
          <p:cNvSpPr/>
          <p:nvPr/>
        </p:nvSpPr>
        <p:spPr>
          <a:xfrm>
            <a:off x="3121867" y="2045882"/>
            <a:ext cx="1754155" cy="1063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Orderitems</a:t>
            </a:r>
            <a:r>
              <a:rPr lang="en-US" dirty="0"/>
              <a:t>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C4964-2171-D0E8-D25A-594FEF56429A}"/>
              </a:ext>
            </a:extLst>
          </p:cNvPr>
          <p:cNvSpPr/>
          <p:nvPr/>
        </p:nvSpPr>
        <p:spPr>
          <a:xfrm>
            <a:off x="838200" y="2045882"/>
            <a:ext cx="1754155" cy="1063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menu table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4D21FA-C6B5-46AC-4C5F-DD49339002A1}"/>
              </a:ext>
            </a:extLst>
          </p:cNvPr>
          <p:cNvCxnSpPr/>
          <p:nvPr/>
        </p:nvCxnSpPr>
        <p:spPr>
          <a:xfrm>
            <a:off x="2592355" y="2282890"/>
            <a:ext cx="529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02AEBB-5CD0-FF36-5B7E-B4F4E7520DAB}"/>
              </a:ext>
            </a:extLst>
          </p:cNvPr>
          <p:cNvCxnSpPr/>
          <p:nvPr/>
        </p:nvCxnSpPr>
        <p:spPr>
          <a:xfrm>
            <a:off x="4876022" y="2335765"/>
            <a:ext cx="529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CB92CD8-0E7B-AFF9-0413-E224324BB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63" y="3346580"/>
            <a:ext cx="1890492" cy="29769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EC1C60-BBD5-0049-3013-5305099FF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867" y="3346580"/>
            <a:ext cx="1754155" cy="12242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ACA998-2402-532F-ECDA-5805CC56B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534" y="3429000"/>
            <a:ext cx="1644894" cy="12242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8B1F0B8-7B84-03A4-B4A5-0291436AABB4}"/>
              </a:ext>
            </a:extLst>
          </p:cNvPr>
          <p:cNvSpPr txBox="1"/>
          <p:nvPr/>
        </p:nvSpPr>
        <p:spPr>
          <a:xfrm>
            <a:off x="7918579" y="1034127"/>
            <a:ext cx="37446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a total price?</a:t>
            </a:r>
          </a:p>
          <a:p>
            <a:r>
              <a:rPr lang="en-US" dirty="0">
                <a:solidFill>
                  <a:srgbClr val="92D050"/>
                </a:solidFill>
              </a:rPr>
              <a:t>QUERY:</a:t>
            </a:r>
          </a:p>
          <a:p>
            <a:endParaRPr lang="en-US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SELECT</a:t>
            </a:r>
          </a:p>
          <a:p>
            <a:r>
              <a:rPr lang="en-US" dirty="0">
                <a:solidFill>
                  <a:srgbClr val="92D050"/>
                </a:solidFill>
              </a:rPr>
              <a:t>	SUM(price * quantity)</a:t>
            </a:r>
          </a:p>
          <a:p>
            <a:r>
              <a:rPr lang="en-US" dirty="0">
                <a:solidFill>
                  <a:srgbClr val="92D050"/>
                </a:solidFill>
              </a:rPr>
              <a:t>FROM </a:t>
            </a:r>
            <a:r>
              <a:rPr lang="en-US" dirty="0" err="1">
                <a:solidFill>
                  <a:srgbClr val="92D050"/>
                </a:solidFill>
              </a:rPr>
              <a:t>oders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JOIN </a:t>
            </a:r>
            <a:r>
              <a:rPr lang="en-US" dirty="0" err="1">
                <a:solidFill>
                  <a:srgbClr val="92D050"/>
                </a:solidFill>
              </a:rPr>
              <a:t>orderitems</a:t>
            </a:r>
            <a:r>
              <a:rPr lang="en-US" dirty="0">
                <a:solidFill>
                  <a:srgbClr val="92D050"/>
                </a:solidFill>
              </a:rPr>
              <a:t> USING(OID)</a:t>
            </a:r>
          </a:p>
          <a:p>
            <a:r>
              <a:rPr lang="en-US" dirty="0">
                <a:solidFill>
                  <a:srgbClr val="92D050"/>
                </a:solidFill>
              </a:rPr>
              <a:t>JOIN MENU USING(FID)</a:t>
            </a:r>
          </a:p>
          <a:p>
            <a:r>
              <a:rPr lang="en-US" dirty="0">
                <a:solidFill>
                  <a:srgbClr val="92D050"/>
                </a:solidFill>
              </a:rPr>
              <a:t>WHERE OID = ?</a:t>
            </a:r>
          </a:p>
          <a:p>
            <a:r>
              <a:rPr lang="en-US" dirty="0">
                <a:solidFill>
                  <a:srgbClr val="92D050"/>
                </a:solidFill>
              </a:rPr>
              <a:t>GROUP BY OID;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95B500-90C1-3EC9-57D5-37C3E47EAF42}"/>
              </a:ext>
            </a:extLst>
          </p:cNvPr>
          <p:cNvSpPr txBox="1"/>
          <p:nvPr/>
        </p:nvSpPr>
        <p:spPr>
          <a:xfrm>
            <a:off x="7918579" y="3931023"/>
            <a:ext cx="31164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total calculation, update the total into “orders” table</a:t>
            </a:r>
          </a:p>
          <a:p>
            <a:endParaRPr lang="en-US" dirty="0"/>
          </a:p>
          <a:p>
            <a:r>
              <a:rPr lang="en-US" dirty="0">
                <a:solidFill>
                  <a:srgbClr val="92D050"/>
                </a:solidFill>
              </a:rPr>
              <a:t>Query:</a:t>
            </a:r>
          </a:p>
          <a:p>
            <a:r>
              <a:rPr lang="en-US" dirty="0">
                <a:solidFill>
                  <a:srgbClr val="92D050"/>
                </a:solidFill>
              </a:rPr>
              <a:t>UPDATE orders</a:t>
            </a:r>
          </a:p>
          <a:p>
            <a:r>
              <a:rPr lang="en-US" dirty="0">
                <a:solidFill>
                  <a:srgbClr val="92D050"/>
                </a:solidFill>
              </a:rPr>
              <a:t>SET total = ?</a:t>
            </a:r>
          </a:p>
          <a:p>
            <a:r>
              <a:rPr lang="en-US" dirty="0">
                <a:solidFill>
                  <a:srgbClr val="92D050"/>
                </a:solidFill>
              </a:rPr>
              <a:t>WHERE OID = 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0F84AB-C8B0-5F21-A5E5-BE5F99BB712A}"/>
              </a:ext>
            </a:extLst>
          </p:cNvPr>
          <p:cNvSpPr txBox="1"/>
          <p:nvPr/>
        </p:nvSpPr>
        <p:spPr>
          <a:xfrm>
            <a:off x="7999444" y="6108048"/>
            <a:ext cx="3116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* “orders” table created OID </a:t>
            </a:r>
            <a:r>
              <a:rPr lang="en-US" sz="1100" dirty="0" err="1"/>
              <a:t>auto_increment</a:t>
            </a:r>
            <a:r>
              <a:rPr lang="en-US" sz="1100" dirty="0"/>
              <a:t> and total  = 0 by default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908E55F-3705-5D81-0B13-B3E45B2B8D98}"/>
              </a:ext>
            </a:extLst>
          </p:cNvPr>
          <p:cNvCxnSpPr/>
          <p:nvPr/>
        </p:nvCxnSpPr>
        <p:spPr>
          <a:xfrm>
            <a:off x="5993363" y="3109572"/>
            <a:ext cx="0" cy="319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296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39D4E-DE27-1DDC-C1B2-7FA64439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How history table works?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8825D8-0711-C11A-87C0-C98EA1A2C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247" y="105240"/>
            <a:ext cx="5611901" cy="33390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2A971D-52E2-E7A4-DD04-CA1FFDDCA1CA}"/>
              </a:ext>
            </a:extLst>
          </p:cNvPr>
          <p:cNvSpPr txBox="1"/>
          <p:nvPr/>
        </p:nvSpPr>
        <p:spPr>
          <a:xfrm>
            <a:off x="4433247" y="3505200"/>
            <a:ext cx="6520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“history” table is an independent table used to store all backup information, and update/insert from “customers” JOIN “</a:t>
            </a:r>
            <a:r>
              <a:rPr lang="en-US" dirty="0" err="1"/>
              <a:t>checkin</a:t>
            </a:r>
            <a:r>
              <a:rPr lang="en-US" dirty="0"/>
              <a:t>” table.(Table to table implementation)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76E74-DBF1-C220-6618-447EA4EEFC7D}"/>
              </a:ext>
            </a:extLst>
          </p:cNvPr>
          <p:cNvSpPr txBox="1"/>
          <p:nvPr/>
        </p:nvSpPr>
        <p:spPr>
          <a:xfrm>
            <a:off x="4433247" y="4380921"/>
            <a:ext cx="544091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Core Query: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I INSERT INTO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rhistory</a:t>
            </a:r>
            <a:r>
              <a:rPr lang="en-US" altLang="en-US" sz="1100" dirty="0">
                <a:solidFill>
                  <a:srgbClr val="067D17"/>
                </a:solidFill>
                <a:latin typeface="Arial Unicode MS"/>
                <a:ea typeface="JetBrains Mono"/>
              </a:rPr>
              <a:t> </a:t>
            </a:r>
          </a:p>
          <a:p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	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OID,firstName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lastName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, children,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phoneN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, RID, WID, TID,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waiterID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SELECT </a:t>
            </a:r>
          </a:p>
          <a:p>
            <a:r>
              <a:rPr lang="en-US" altLang="en-US" sz="1100" dirty="0">
                <a:solidFill>
                  <a:srgbClr val="067D17"/>
                </a:solidFill>
                <a:latin typeface="Arial Unicode MS"/>
                <a:ea typeface="JetBrains Mono"/>
              </a:rPr>
              <a:t>	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OID,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firstName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lastname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, children,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phoneN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, RID, WID, TID,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waiterID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 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FROM </a:t>
            </a:r>
          </a:p>
          <a:p>
            <a:r>
              <a:rPr lang="en-US" altLang="en-US" sz="1100" dirty="0">
                <a:solidFill>
                  <a:srgbClr val="067D17"/>
                </a:solidFill>
                <a:latin typeface="Arial Unicode MS"/>
                <a:ea typeface="JetBrains Mono"/>
              </a:rPr>
              <a:t>	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customers </a:t>
            </a:r>
          </a:p>
          <a:p>
            <a:r>
              <a:rPr lang="en-US" altLang="en-US" sz="1100" dirty="0">
                <a:solidFill>
                  <a:srgbClr val="067D17"/>
                </a:solidFill>
                <a:latin typeface="Arial Unicode MS"/>
                <a:ea typeface="JetBrains Mono"/>
              </a:rPr>
              <a:t>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RIGHT JOIN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checkin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 USING(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phoneN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080808"/>
                </a:solidFill>
                <a:latin typeface="Arial Unicode MS"/>
                <a:ea typeface="JetBrains Mono"/>
              </a:rPr>
              <a:t>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WHERE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customers.phoneN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 = ?"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C70637B-B20D-E28A-E437-1DB86FF4F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247" y="4839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049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5494DE-B078-4D87-BB01-C8432061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0576B0-CD8C-4661-95C8-A9F2CE7CD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4724288" cy="6861324"/>
          </a:xfrm>
          <a:prstGeom prst="rect">
            <a:avLst/>
          </a:prstGeom>
          <a:solidFill>
            <a:srgbClr val="000000">
              <a:alpha val="803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FF60E2B-3919-423C-B1FF-56CDE668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19042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5FF5A-AE7F-EC0E-0B6C-7339D125D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122363"/>
            <a:ext cx="330813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Supplements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9CA5F-99A1-4BFA-1840-6DF5755DB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860" y="537450"/>
            <a:ext cx="2660183" cy="55710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F7A6EE-2A20-B464-B940-6D570325D494}"/>
              </a:ext>
            </a:extLst>
          </p:cNvPr>
          <p:cNvSpPr txBox="1"/>
          <p:nvPr/>
        </p:nvSpPr>
        <p:spPr>
          <a:xfrm>
            <a:off x="1269234" y="3721968"/>
            <a:ext cx="21866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“waiters”, “</a:t>
            </a:r>
            <a:r>
              <a:rPr lang="en-US" dirty="0" err="1">
                <a:solidFill>
                  <a:schemeClr val="bg1"/>
                </a:solidFill>
              </a:rPr>
              <a:t>rtables</a:t>
            </a:r>
            <a:r>
              <a:rPr lang="en-US" dirty="0">
                <a:solidFill>
                  <a:schemeClr val="bg1"/>
                </a:solidFill>
              </a:rPr>
              <a:t>” and “menu” tables’ data is generated when the Restaurant database is created</a:t>
            </a:r>
          </a:p>
        </p:txBody>
      </p:sp>
    </p:spTree>
    <p:extLst>
      <p:ext uri="{BB962C8B-B14F-4D97-AF65-F5344CB8AC3E}">
        <p14:creationId xmlns:p14="http://schemas.microsoft.com/office/powerpoint/2010/main" val="2830902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02EA8C-CF55-45C7-48C2-BF33A162E2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D4BEF2C-C494-257A-A07C-F20A293C8E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04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697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 Unicode MS</vt:lpstr>
      <vt:lpstr>Arial</vt:lpstr>
      <vt:lpstr>Calibri</vt:lpstr>
      <vt:lpstr>Calibri Light</vt:lpstr>
      <vt:lpstr>Roboto</vt:lpstr>
      <vt:lpstr>Office Theme</vt:lpstr>
      <vt:lpstr>Restaurant Customer Management Database</vt:lpstr>
      <vt:lpstr>A simple GUI designed at JAVA Swing based</vt:lpstr>
      <vt:lpstr>Entity Relationship Diagram (ERD)</vt:lpstr>
      <vt:lpstr>Schema</vt:lpstr>
      <vt:lpstr>UID</vt:lpstr>
      <vt:lpstr>How it works?</vt:lpstr>
      <vt:lpstr>Example(Reservations Interface)</vt:lpstr>
      <vt:lpstr>Features in Reservations(CRUD)</vt:lpstr>
      <vt:lpstr>Example(Waitlist Interface)</vt:lpstr>
      <vt:lpstr>All data from customer's table</vt:lpstr>
      <vt:lpstr>Menu, orderitems, and orders</vt:lpstr>
      <vt:lpstr>HOW it works?</vt:lpstr>
      <vt:lpstr>How history table works?</vt:lpstr>
      <vt:lpstr>Supplements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Customer Management Database</dc:title>
  <dc:creator>Warren Huang</dc:creator>
  <cp:lastModifiedBy>Warren Huang</cp:lastModifiedBy>
  <cp:revision>1</cp:revision>
  <dcterms:created xsi:type="dcterms:W3CDTF">2022-05-06T17:49:41Z</dcterms:created>
  <dcterms:modified xsi:type="dcterms:W3CDTF">2022-05-13T19:07:18Z</dcterms:modified>
</cp:coreProperties>
</file>